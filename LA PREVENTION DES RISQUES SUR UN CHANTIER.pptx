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256" r:id="rId2"/>
    <p:sldId id="259" r:id="rId3"/>
    <p:sldId id="257" r:id="rId4"/>
    <p:sldId id="258" r:id="rId5"/>
    <p:sldId id="260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303" r:id="rId14"/>
    <p:sldId id="276" r:id="rId15"/>
    <p:sldId id="277" r:id="rId16"/>
    <p:sldId id="278" r:id="rId17"/>
    <p:sldId id="301" r:id="rId18"/>
    <p:sldId id="279" r:id="rId19"/>
    <p:sldId id="280" r:id="rId20"/>
    <p:sldId id="281" r:id="rId21"/>
    <p:sldId id="302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6" r:id="rId35"/>
    <p:sldId id="297" r:id="rId36"/>
    <p:sldId id="298" r:id="rId37"/>
    <p:sldId id="299" r:id="rId38"/>
    <p:sldId id="300" r:id="rId39"/>
    <p:sldId id="268" r:id="rId40"/>
    <p:sldId id="304" r:id="rId41"/>
    <p:sldId id="263" r:id="rId4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ébut" id="{95B9561A-443A-474B-91F6-6F4329DA05CC}">
          <p14:sldIdLst>
            <p14:sldId id="256"/>
            <p14:sldId id="259"/>
            <p14:sldId id="257"/>
          </p14:sldIdLst>
        </p14:section>
        <p14:section name="JEU" id="{688E962A-DE38-4F69-B2BA-D55677A49E6E}">
          <p14:sldIdLst>
            <p14:sldId id="258"/>
            <p14:sldId id="260"/>
          </p14:sldIdLst>
        </p14:section>
        <p14:section name="Jeu 1" id="{BB49AAB8-0BF4-4846-AD0D-3BBDEC3190E7}">
          <p14:sldIdLst>
            <p14:sldId id="269"/>
            <p14:sldId id="270"/>
            <p14:sldId id="271"/>
          </p14:sldIdLst>
        </p14:section>
        <p14:section name="Jeu 2" id="{9A051E2D-A782-41EA-94CC-40DD60075156}">
          <p14:sldIdLst>
            <p14:sldId id="272"/>
            <p14:sldId id="273"/>
            <p14:sldId id="274"/>
          </p14:sldIdLst>
        </p14:section>
        <p14:section name="Jeu 3" id="{8592EFDC-1CEE-433D-A353-65C41942F383}">
          <p14:sldIdLst>
            <p14:sldId id="275"/>
            <p14:sldId id="303"/>
            <p14:sldId id="276"/>
            <p14:sldId id="277"/>
          </p14:sldIdLst>
        </p14:section>
        <p14:section name="Jeu 4" id="{B9949A44-2473-4168-955B-C7AB7CEAABB3}">
          <p14:sldIdLst>
            <p14:sldId id="278"/>
            <p14:sldId id="301"/>
            <p14:sldId id="279"/>
            <p14:sldId id="280"/>
          </p14:sldIdLst>
        </p14:section>
        <p14:section name="Jeu 5" id="{2ADD941F-D0BE-409E-88C4-4508156575FD}">
          <p14:sldIdLst>
            <p14:sldId id="281"/>
            <p14:sldId id="302"/>
            <p14:sldId id="282"/>
            <p14:sldId id="283"/>
          </p14:sldIdLst>
        </p14:section>
        <p14:section name="Jeu 6" id="{5ECD8736-FAAE-4A84-96B6-A5A07E8D4A72}">
          <p14:sldIdLst>
            <p14:sldId id="284"/>
            <p14:sldId id="285"/>
            <p14:sldId id="286"/>
          </p14:sldIdLst>
        </p14:section>
        <p14:section name="Jeu 7" id="{BFD0A8C7-BCA8-48EC-AD68-5F20BC6CD705}">
          <p14:sldIdLst>
            <p14:sldId id="287"/>
            <p14:sldId id="288"/>
            <p14:sldId id="289"/>
          </p14:sldIdLst>
        </p14:section>
        <p14:section name="Jeu 8" id="{C5B9B3DE-81EA-4E26-B743-52D68063489F}">
          <p14:sldIdLst>
            <p14:sldId id="290"/>
            <p14:sldId id="291"/>
            <p14:sldId id="292"/>
          </p14:sldIdLst>
        </p14:section>
        <p14:section name="Jeu 9" id="{F63DF86B-2868-4877-8D11-4B8633DFA93B}">
          <p14:sldIdLst>
            <p14:sldId id="293"/>
            <p14:sldId id="296"/>
            <p14:sldId id="297"/>
          </p14:sldIdLst>
        </p14:section>
        <p14:section name="Jeu 10" id="{2A292402-ED55-4CAE-BC98-4E501E6A9116}">
          <p14:sldIdLst>
            <p14:sldId id="298"/>
            <p14:sldId id="299"/>
            <p14:sldId id="300"/>
          </p14:sldIdLst>
        </p14:section>
        <p14:section name="Fin" id="{04990CB8-388F-4BFA-A4E4-3546E293AB16}">
          <p14:sldIdLst>
            <p14:sldId id="268"/>
            <p14:sldId id="304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3C50"/>
    <a:srgbClr val="D9CCBA"/>
    <a:srgbClr val="D7CB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E86C59-F790-42CA-A428-4D72AD9A4BCE}" type="doc">
      <dgm:prSet loTypeId="urn:microsoft.com/office/officeart/2009/3/layout/HorizontalOrganizationChart" loCatId="hierarchy" qsTypeId="urn:microsoft.com/office/officeart/2005/8/quickstyle/simple5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BEFC54E-4611-4541-86C0-FABC9B5EE084}">
      <dgm:prSet/>
      <dgm:spPr/>
      <dgm:t>
        <a:bodyPr/>
        <a:lstStyle/>
        <a:p>
          <a:r>
            <a:rPr lang="fr-FR" dirty="0"/>
            <a:t>Trouve les dangers</a:t>
          </a:r>
          <a:endParaRPr lang="en-US" dirty="0"/>
        </a:p>
      </dgm:t>
    </dgm:pt>
    <dgm:pt modelId="{0FDE67C9-096C-4967-A121-738BAFF3B31E}" type="parTrans" cxnId="{ECC11434-071A-4DB8-8F92-64673C8EF572}">
      <dgm:prSet/>
      <dgm:spPr/>
      <dgm:t>
        <a:bodyPr/>
        <a:lstStyle/>
        <a:p>
          <a:endParaRPr lang="en-US"/>
        </a:p>
      </dgm:t>
    </dgm:pt>
    <dgm:pt modelId="{09E9C817-C183-4C7D-83FF-E4908DC91253}" type="sibTrans" cxnId="{ECC11434-071A-4DB8-8F92-64673C8EF572}">
      <dgm:prSet/>
      <dgm:spPr/>
      <dgm:t>
        <a:bodyPr/>
        <a:lstStyle/>
        <a:p>
          <a:endParaRPr lang="en-US"/>
        </a:p>
      </dgm:t>
    </dgm:pt>
    <dgm:pt modelId="{26D531B6-F677-42E7-9C20-C01E7D551F6D}">
      <dgm:prSet/>
      <dgm:spPr/>
      <dgm:t>
        <a:bodyPr/>
        <a:lstStyle/>
        <a:p>
          <a:r>
            <a:rPr lang="fr-FR" dirty="0"/>
            <a:t>Explique le risque majeur associé à chacun</a:t>
          </a:r>
          <a:endParaRPr lang="en-US" dirty="0"/>
        </a:p>
      </dgm:t>
    </dgm:pt>
    <dgm:pt modelId="{E2F95DAC-8E9B-471A-A4E7-F1BE910F52BE}" type="parTrans" cxnId="{D3071D37-9273-4F15-BCB1-D14E182B42E5}">
      <dgm:prSet/>
      <dgm:spPr/>
      <dgm:t>
        <a:bodyPr/>
        <a:lstStyle/>
        <a:p>
          <a:endParaRPr lang="en-US"/>
        </a:p>
      </dgm:t>
    </dgm:pt>
    <dgm:pt modelId="{89B52DBA-D20B-489C-9F7A-026F80C53AA5}" type="sibTrans" cxnId="{D3071D37-9273-4F15-BCB1-D14E182B42E5}">
      <dgm:prSet/>
      <dgm:spPr/>
      <dgm:t>
        <a:bodyPr/>
        <a:lstStyle/>
        <a:p>
          <a:endParaRPr lang="en-US"/>
        </a:p>
      </dgm:t>
    </dgm:pt>
    <dgm:pt modelId="{08842C82-8433-4E25-A3CE-A889CB62AC30}">
      <dgm:prSet/>
      <dgm:spPr/>
      <dgm:t>
        <a:bodyPr/>
        <a:lstStyle/>
        <a:p>
          <a:r>
            <a:rPr lang="fr-FR" dirty="0"/>
            <a:t>Propose une amélioration pour éviter ce danger.</a:t>
          </a:r>
          <a:endParaRPr lang="en-US" dirty="0"/>
        </a:p>
      </dgm:t>
    </dgm:pt>
    <dgm:pt modelId="{C41C714C-89E7-46C3-9662-E7C7C0503941}" type="parTrans" cxnId="{91F6B396-7C7B-416B-A0B9-8BA1F9106A2F}">
      <dgm:prSet/>
      <dgm:spPr/>
      <dgm:t>
        <a:bodyPr/>
        <a:lstStyle/>
        <a:p>
          <a:endParaRPr lang="en-US"/>
        </a:p>
      </dgm:t>
    </dgm:pt>
    <dgm:pt modelId="{EB989B4C-0EDB-4F56-8DBF-F126A4FB8A1A}" type="sibTrans" cxnId="{91F6B396-7C7B-416B-A0B9-8BA1F9106A2F}">
      <dgm:prSet/>
      <dgm:spPr/>
      <dgm:t>
        <a:bodyPr/>
        <a:lstStyle/>
        <a:p>
          <a:endParaRPr lang="en-US"/>
        </a:p>
      </dgm:t>
    </dgm:pt>
    <dgm:pt modelId="{F8001111-AA41-4249-A95F-0FB58C3113AF}" type="pres">
      <dgm:prSet presAssocID="{E3E86C59-F790-42CA-A428-4D72AD9A4BC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2D549AB-6EF7-4C52-870E-02D53D9652B7}" type="pres">
      <dgm:prSet presAssocID="{4BEFC54E-4611-4541-86C0-FABC9B5EE084}" presName="hierRoot1" presStyleCnt="0">
        <dgm:presLayoutVars>
          <dgm:hierBranch val="init"/>
        </dgm:presLayoutVars>
      </dgm:prSet>
      <dgm:spPr/>
    </dgm:pt>
    <dgm:pt modelId="{B632615D-1AFB-43EB-BA0B-2FBF0AFAA59B}" type="pres">
      <dgm:prSet presAssocID="{4BEFC54E-4611-4541-86C0-FABC9B5EE084}" presName="rootComposite1" presStyleCnt="0"/>
      <dgm:spPr/>
    </dgm:pt>
    <dgm:pt modelId="{D7B50B38-A3C1-4A45-BD9C-2308D4E13E81}" type="pres">
      <dgm:prSet presAssocID="{4BEFC54E-4611-4541-86C0-FABC9B5EE084}" presName="rootText1" presStyleLbl="node0" presStyleIdx="0" presStyleCnt="3">
        <dgm:presLayoutVars>
          <dgm:chPref val="3"/>
        </dgm:presLayoutVars>
      </dgm:prSet>
      <dgm:spPr/>
    </dgm:pt>
    <dgm:pt modelId="{12C385E9-CC26-4711-B8BA-8AEDB0FD3363}" type="pres">
      <dgm:prSet presAssocID="{4BEFC54E-4611-4541-86C0-FABC9B5EE084}" presName="rootConnector1" presStyleLbl="node1" presStyleIdx="0" presStyleCnt="0"/>
      <dgm:spPr/>
    </dgm:pt>
    <dgm:pt modelId="{2D6F4F7D-A28F-4152-9DDA-E2D3DC168EA9}" type="pres">
      <dgm:prSet presAssocID="{4BEFC54E-4611-4541-86C0-FABC9B5EE084}" presName="hierChild2" presStyleCnt="0"/>
      <dgm:spPr/>
    </dgm:pt>
    <dgm:pt modelId="{4B038BCF-7ABC-4F68-8E89-ABE68E6CF2F1}" type="pres">
      <dgm:prSet presAssocID="{4BEFC54E-4611-4541-86C0-FABC9B5EE084}" presName="hierChild3" presStyleCnt="0"/>
      <dgm:spPr/>
    </dgm:pt>
    <dgm:pt modelId="{1CE8402B-79F9-41F7-86C0-DEE2C2C48AB2}" type="pres">
      <dgm:prSet presAssocID="{26D531B6-F677-42E7-9C20-C01E7D551F6D}" presName="hierRoot1" presStyleCnt="0">
        <dgm:presLayoutVars>
          <dgm:hierBranch val="init"/>
        </dgm:presLayoutVars>
      </dgm:prSet>
      <dgm:spPr/>
    </dgm:pt>
    <dgm:pt modelId="{8F0DBEC3-3020-40CE-88BD-E04AB0A6E69B}" type="pres">
      <dgm:prSet presAssocID="{26D531B6-F677-42E7-9C20-C01E7D551F6D}" presName="rootComposite1" presStyleCnt="0"/>
      <dgm:spPr/>
    </dgm:pt>
    <dgm:pt modelId="{D48D264F-1B45-45D0-8256-471E1E97E41A}" type="pres">
      <dgm:prSet presAssocID="{26D531B6-F677-42E7-9C20-C01E7D551F6D}" presName="rootText1" presStyleLbl="node0" presStyleIdx="1" presStyleCnt="3">
        <dgm:presLayoutVars>
          <dgm:chPref val="3"/>
        </dgm:presLayoutVars>
      </dgm:prSet>
      <dgm:spPr/>
    </dgm:pt>
    <dgm:pt modelId="{4D8BC19D-9951-4353-80CD-876CE66273C6}" type="pres">
      <dgm:prSet presAssocID="{26D531B6-F677-42E7-9C20-C01E7D551F6D}" presName="rootConnector1" presStyleLbl="node1" presStyleIdx="0" presStyleCnt="0"/>
      <dgm:spPr/>
    </dgm:pt>
    <dgm:pt modelId="{7E2DEB8D-2830-4528-A100-1625144DF897}" type="pres">
      <dgm:prSet presAssocID="{26D531B6-F677-42E7-9C20-C01E7D551F6D}" presName="hierChild2" presStyleCnt="0"/>
      <dgm:spPr/>
    </dgm:pt>
    <dgm:pt modelId="{0C39439A-C9C0-4474-A5AD-AC8A850E8AD2}" type="pres">
      <dgm:prSet presAssocID="{26D531B6-F677-42E7-9C20-C01E7D551F6D}" presName="hierChild3" presStyleCnt="0"/>
      <dgm:spPr/>
    </dgm:pt>
    <dgm:pt modelId="{2B1A40DD-B8AA-40C2-A028-5834A9277264}" type="pres">
      <dgm:prSet presAssocID="{08842C82-8433-4E25-A3CE-A889CB62AC30}" presName="hierRoot1" presStyleCnt="0">
        <dgm:presLayoutVars>
          <dgm:hierBranch val="init"/>
        </dgm:presLayoutVars>
      </dgm:prSet>
      <dgm:spPr/>
    </dgm:pt>
    <dgm:pt modelId="{73EACEBB-AD0A-4D5F-9CF7-42867E08EBA9}" type="pres">
      <dgm:prSet presAssocID="{08842C82-8433-4E25-A3CE-A889CB62AC30}" presName="rootComposite1" presStyleCnt="0"/>
      <dgm:spPr/>
    </dgm:pt>
    <dgm:pt modelId="{61049008-9FEA-4BD6-B10D-B789340E4A3E}" type="pres">
      <dgm:prSet presAssocID="{08842C82-8433-4E25-A3CE-A889CB62AC30}" presName="rootText1" presStyleLbl="node0" presStyleIdx="2" presStyleCnt="3">
        <dgm:presLayoutVars>
          <dgm:chPref val="3"/>
        </dgm:presLayoutVars>
      </dgm:prSet>
      <dgm:spPr/>
    </dgm:pt>
    <dgm:pt modelId="{F5122206-CA10-4766-B906-0D927FA9F57A}" type="pres">
      <dgm:prSet presAssocID="{08842C82-8433-4E25-A3CE-A889CB62AC30}" presName="rootConnector1" presStyleLbl="node1" presStyleIdx="0" presStyleCnt="0"/>
      <dgm:spPr/>
    </dgm:pt>
    <dgm:pt modelId="{3F052BB6-AF81-492B-B1C3-50F3028A57D0}" type="pres">
      <dgm:prSet presAssocID="{08842C82-8433-4E25-A3CE-A889CB62AC30}" presName="hierChild2" presStyleCnt="0"/>
      <dgm:spPr/>
    </dgm:pt>
    <dgm:pt modelId="{390F04E8-9601-48A0-BB96-838340EA07F9}" type="pres">
      <dgm:prSet presAssocID="{08842C82-8433-4E25-A3CE-A889CB62AC30}" presName="hierChild3" presStyleCnt="0"/>
      <dgm:spPr/>
    </dgm:pt>
  </dgm:ptLst>
  <dgm:cxnLst>
    <dgm:cxn modelId="{3D875C24-5CD4-483D-9E8F-365EDE86474E}" type="presOf" srcId="{08842C82-8433-4E25-A3CE-A889CB62AC30}" destId="{61049008-9FEA-4BD6-B10D-B789340E4A3E}" srcOrd="0" destOrd="0" presId="urn:microsoft.com/office/officeart/2009/3/layout/HorizontalOrganizationChart"/>
    <dgm:cxn modelId="{ECC11434-071A-4DB8-8F92-64673C8EF572}" srcId="{E3E86C59-F790-42CA-A428-4D72AD9A4BCE}" destId="{4BEFC54E-4611-4541-86C0-FABC9B5EE084}" srcOrd="0" destOrd="0" parTransId="{0FDE67C9-096C-4967-A121-738BAFF3B31E}" sibTransId="{09E9C817-C183-4C7D-83FF-E4908DC91253}"/>
    <dgm:cxn modelId="{D3071D37-9273-4F15-BCB1-D14E182B42E5}" srcId="{E3E86C59-F790-42CA-A428-4D72AD9A4BCE}" destId="{26D531B6-F677-42E7-9C20-C01E7D551F6D}" srcOrd="1" destOrd="0" parTransId="{E2F95DAC-8E9B-471A-A4E7-F1BE910F52BE}" sibTransId="{89B52DBA-D20B-489C-9F7A-026F80C53AA5}"/>
    <dgm:cxn modelId="{C8BD705D-94E4-4BAC-83CF-CB9CE8E3C3EE}" type="presOf" srcId="{08842C82-8433-4E25-A3CE-A889CB62AC30}" destId="{F5122206-CA10-4766-B906-0D927FA9F57A}" srcOrd="1" destOrd="0" presId="urn:microsoft.com/office/officeart/2009/3/layout/HorizontalOrganizationChart"/>
    <dgm:cxn modelId="{41B48267-09D3-48BF-AAE5-C6F1625B28D5}" type="presOf" srcId="{4BEFC54E-4611-4541-86C0-FABC9B5EE084}" destId="{12C385E9-CC26-4711-B8BA-8AEDB0FD3363}" srcOrd="1" destOrd="0" presId="urn:microsoft.com/office/officeart/2009/3/layout/HorizontalOrganizationChart"/>
    <dgm:cxn modelId="{91F6B396-7C7B-416B-A0B9-8BA1F9106A2F}" srcId="{E3E86C59-F790-42CA-A428-4D72AD9A4BCE}" destId="{08842C82-8433-4E25-A3CE-A889CB62AC30}" srcOrd="2" destOrd="0" parTransId="{C41C714C-89E7-46C3-9662-E7C7C0503941}" sibTransId="{EB989B4C-0EDB-4F56-8DBF-F126A4FB8A1A}"/>
    <dgm:cxn modelId="{8E7EDBB4-EC03-4169-BEAA-9A189377E3B2}" type="presOf" srcId="{4BEFC54E-4611-4541-86C0-FABC9B5EE084}" destId="{D7B50B38-A3C1-4A45-BD9C-2308D4E13E81}" srcOrd="0" destOrd="0" presId="urn:microsoft.com/office/officeart/2009/3/layout/HorizontalOrganizationChart"/>
    <dgm:cxn modelId="{D79794BB-B9E6-4E1C-9FF9-078D88B12702}" type="presOf" srcId="{26D531B6-F677-42E7-9C20-C01E7D551F6D}" destId="{D48D264F-1B45-45D0-8256-471E1E97E41A}" srcOrd="0" destOrd="0" presId="urn:microsoft.com/office/officeart/2009/3/layout/HorizontalOrganizationChart"/>
    <dgm:cxn modelId="{CDED37DF-F54B-477C-81B2-0DBBDEE34905}" type="presOf" srcId="{26D531B6-F677-42E7-9C20-C01E7D551F6D}" destId="{4D8BC19D-9951-4353-80CD-876CE66273C6}" srcOrd="1" destOrd="0" presId="urn:microsoft.com/office/officeart/2009/3/layout/HorizontalOrganizationChart"/>
    <dgm:cxn modelId="{3159FEFA-646E-4629-B322-B6A3CAB57F39}" type="presOf" srcId="{E3E86C59-F790-42CA-A428-4D72AD9A4BCE}" destId="{F8001111-AA41-4249-A95F-0FB58C3113AF}" srcOrd="0" destOrd="0" presId="urn:microsoft.com/office/officeart/2009/3/layout/HorizontalOrganizationChart"/>
    <dgm:cxn modelId="{E0E3160D-54B9-4761-B209-FD87FF6FE8BF}" type="presParOf" srcId="{F8001111-AA41-4249-A95F-0FB58C3113AF}" destId="{A2D549AB-6EF7-4C52-870E-02D53D9652B7}" srcOrd="0" destOrd="0" presId="urn:microsoft.com/office/officeart/2009/3/layout/HorizontalOrganizationChart"/>
    <dgm:cxn modelId="{7B6E524A-A78C-4092-B3E2-36E14E21B900}" type="presParOf" srcId="{A2D549AB-6EF7-4C52-870E-02D53D9652B7}" destId="{B632615D-1AFB-43EB-BA0B-2FBF0AFAA59B}" srcOrd="0" destOrd="0" presId="urn:microsoft.com/office/officeart/2009/3/layout/HorizontalOrganizationChart"/>
    <dgm:cxn modelId="{C89F558A-B87F-421F-894C-07D5A847DD61}" type="presParOf" srcId="{B632615D-1AFB-43EB-BA0B-2FBF0AFAA59B}" destId="{D7B50B38-A3C1-4A45-BD9C-2308D4E13E81}" srcOrd="0" destOrd="0" presId="urn:microsoft.com/office/officeart/2009/3/layout/HorizontalOrganizationChart"/>
    <dgm:cxn modelId="{C9055F86-D51F-4264-BAB6-A270FDAB3465}" type="presParOf" srcId="{B632615D-1AFB-43EB-BA0B-2FBF0AFAA59B}" destId="{12C385E9-CC26-4711-B8BA-8AEDB0FD3363}" srcOrd="1" destOrd="0" presId="urn:microsoft.com/office/officeart/2009/3/layout/HorizontalOrganizationChart"/>
    <dgm:cxn modelId="{9494A747-6859-40F2-8631-81307F7B45CF}" type="presParOf" srcId="{A2D549AB-6EF7-4C52-870E-02D53D9652B7}" destId="{2D6F4F7D-A28F-4152-9DDA-E2D3DC168EA9}" srcOrd="1" destOrd="0" presId="urn:microsoft.com/office/officeart/2009/3/layout/HorizontalOrganizationChart"/>
    <dgm:cxn modelId="{965790AA-7423-4187-80A1-547CD4F6F073}" type="presParOf" srcId="{A2D549AB-6EF7-4C52-870E-02D53D9652B7}" destId="{4B038BCF-7ABC-4F68-8E89-ABE68E6CF2F1}" srcOrd="2" destOrd="0" presId="urn:microsoft.com/office/officeart/2009/3/layout/HorizontalOrganizationChart"/>
    <dgm:cxn modelId="{7955D209-4A98-4E83-B01C-8E13F4279C90}" type="presParOf" srcId="{F8001111-AA41-4249-A95F-0FB58C3113AF}" destId="{1CE8402B-79F9-41F7-86C0-DEE2C2C48AB2}" srcOrd="1" destOrd="0" presId="urn:microsoft.com/office/officeart/2009/3/layout/HorizontalOrganizationChart"/>
    <dgm:cxn modelId="{5FDE7CE4-9E4A-4710-975F-2D25DDE34209}" type="presParOf" srcId="{1CE8402B-79F9-41F7-86C0-DEE2C2C48AB2}" destId="{8F0DBEC3-3020-40CE-88BD-E04AB0A6E69B}" srcOrd="0" destOrd="0" presId="urn:microsoft.com/office/officeart/2009/3/layout/HorizontalOrganizationChart"/>
    <dgm:cxn modelId="{81A58730-4A7C-4E9B-9A13-DC58515856EA}" type="presParOf" srcId="{8F0DBEC3-3020-40CE-88BD-E04AB0A6E69B}" destId="{D48D264F-1B45-45D0-8256-471E1E97E41A}" srcOrd="0" destOrd="0" presId="urn:microsoft.com/office/officeart/2009/3/layout/HorizontalOrganizationChart"/>
    <dgm:cxn modelId="{703807A7-55AB-406B-9AF0-42B40776E610}" type="presParOf" srcId="{8F0DBEC3-3020-40CE-88BD-E04AB0A6E69B}" destId="{4D8BC19D-9951-4353-80CD-876CE66273C6}" srcOrd="1" destOrd="0" presId="urn:microsoft.com/office/officeart/2009/3/layout/HorizontalOrganizationChart"/>
    <dgm:cxn modelId="{48676FCC-C9F2-40EE-BC9C-E85E9A9D72DD}" type="presParOf" srcId="{1CE8402B-79F9-41F7-86C0-DEE2C2C48AB2}" destId="{7E2DEB8D-2830-4528-A100-1625144DF897}" srcOrd="1" destOrd="0" presId="urn:microsoft.com/office/officeart/2009/3/layout/HorizontalOrganizationChart"/>
    <dgm:cxn modelId="{9D60859D-8F8A-4034-A782-3766D5CC3C20}" type="presParOf" srcId="{1CE8402B-79F9-41F7-86C0-DEE2C2C48AB2}" destId="{0C39439A-C9C0-4474-A5AD-AC8A850E8AD2}" srcOrd="2" destOrd="0" presId="urn:microsoft.com/office/officeart/2009/3/layout/HorizontalOrganizationChart"/>
    <dgm:cxn modelId="{54E27B2B-B3FA-45D0-9A71-3B14EBD63423}" type="presParOf" srcId="{F8001111-AA41-4249-A95F-0FB58C3113AF}" destId="{2B1A40DD-B8AA-40C2-A028-5834A9277264}" srcOrd="2" destOrd="0" presId="urn:microsoft.com/office/officeart/2009/3/layout/HorizontalOrganizationChart"/>
    <dgm:cxn modelId="{D5FC391C-FFDD-4289-91AE-0E761E0056BD}" type="presParOf" srcId="{2B1A40DD-B8AA-40C2-A028-5834A9277264}" destId="{73EACEBB-AD0A-4D5F-9CF7-42867E08EBA9}" srcOrd="0" destOrd="0" presId="urn:microsoft.com/office/officeart/2009/3/layout/HorizontalOrganizationChart"/>
    <dgm:cxn modelId="{0AA12308-5E7C-4BA7-9E25-5BE47E3701ED}" type="presParOf" srcId="{73EACEBB-AD0A-4D5F-9CF7-42867E08EBA9}" destId="{61049008-9FEA-4BD6-B10D-B789340E4A3E}" srcOrd="0" destOrd="0" presId="urn:microsoft.com/office/officeart/2009/3/layout/HorizontalOrganizationChart"/>
    <dgm:cxn modelId="{F5484B74-EFDE-4ABA-AD9E-A96F0046FED5}" type="presParOf" srcId="{73EACEBB-AD0A-4D5F-9CF7-42867E08EBA9}" destId="{F5122206-CA10-4766-B906-0D927FA9F57A}" srcOrd="1" destOrd="0" presId="urn:microsoft.com/office/officeart/2009/3/layout/HorizontalOrganizationChart"/>
    <dgm:cxn modelId="{485CEF16-2BC1-495D-8047-C84A42BDCE19}" type="presParOf" srcId="{2B1A40DD-B8AA-40C2-A028-5834A9277264}" destId="{3F052BB6-AF81-492B-B1C3-50F3028A57D0}" srcOrd="1" destOrd="0" presId="urn:microsoft.com/office/officeart/2009/3/layout/HorizontalOrganizationChart"/>
    <dgm:cxn modelId="{E8DD59B5-C0BB-454B-9445-415318D6D043}" type="presParOf" srcId="{2B1A40DD-B8AA-40C2-A028-5834A9277264}" destId="{390F04E8-9601-48A0-BB96-838340EA07F9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B50B38-A3C1-4A45-BD9C-2308D4E13E81}">
      <dsp:nvSpPr>
        <dsp:cNvPr id="0" name=""/>
        <dsp:cNvSpPr/>
      </dsp:nvSpPr>
      <dsp:spPr>
        <a:xfrm>
          <a:off x="3393309" y="3537"/>
          <a:ext cx="3728981" cy="113733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Trouve les dangers</a:t>
          </a:r>
          <a:endParaRPr lang="en-US" sz="2600" kern="1200" dirty="0"/>
        </a:p>
      </dsp:txBody>
      <dsp:txXfrm>
        <a:off x="3393309" y="3537"/>
        <a:ext cx="3728981" cy="1137339"/>
      </dsp:txXfrm>
    </dsp:sp>
    <dsp:sp modelId="{D48D264F-1B45-45D0-8256-471E1E97E41A}">
      <dsp:nvSpPr>
        <dsp:cNvPr id="0" name=""/>
        <dsp:cNvSpPr/>
      </dsp:nvSpPr>
      <dsp:spPr>
        <a:xfrm>
          <a:off x="3393309" y="1606999"/>
          <a:ext cx="3728981" cy="113733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Explique le risque majeur associé à chacun</a:t>
          </a:r>
          <a:endParaRPr lang="en-US" sz="2600" kern="1200" dirty="0"/>
        </a:p>
      </dsp:txBody>
      <dsp:txXfrm>
        <a:off x="3393309" y="1606999"/>
        <a:ext cx="3728981" cy="1137339"/>
      </dsp:txXfrm>
    </dsp:sp>
    <dsp:sp modelId="{61049008-9FEA-4BD6-B10D-B789340E4A3E}">
      <dsp:nvSpPr>
        <dsp:cNvPr id="0" name=""/>
        <dsp:cNvSpPr/>
      </dsp:nvSpPr>
      <dsp:spPr>
        <a:xfrm>
          <a:off x="3393309" y="3210461"/>
          <a:ext cx="3728981" cy="113733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Propose une amélioration pour éviter ce danger.</a:t>
          </a:r>
          <a:endParaRPr lang="en-US" sz="2600" kern="1200" dirty="0"/>
        </a:p>
      </dsp:txBody>
      <dsp:txXfrm>
        <a:off x="3393309" y="3210461"/>
        <a:ext cx="3728981" cy="11373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8515DE82-39BB-9FEC-A481-0C55B71F47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DAFBAAD-A55B-D91F-CEF3-5374872EC5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588F14-F346-442C-B245-FD085CB84FFF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3186EE2-0E2C-4CCC-FBAB-43B94F1BC42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33392EC-12A8-C7BD-7DF7-A2888BFD1DA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7E233E-173F-435E-A41B-963B95758A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6935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C7EE0B-28D5-4E71-B27B-6897739FF494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25EE4-B04B-4F4C-8DC8-1C13A4C5D1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3398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25EE4-B04B-4F4C-8DC8-1C13A4C5D1E9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08305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24897-BEE5-1EE8-901B-6CD339BFF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A8CCDEB-E4EF-4E49-9478-5860AC2EA6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D2240BD-98A3-BA19-0C07-1B0B6131E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9541E2E-8358-4EE5-C8B0-C7815BA873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25EE4-B04B-4F4C-8DC8-1C13A4C5D1E9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4797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2EDB8-C225-899E-141C-78F0C8C88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0035378-4577-D85A-00C4-D5F90B2DA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E64C973-89B8-8AEB-5C50-3234E3162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3F60AD9-DC83-6835-9513-CB96C42AE4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25EE4-B04B-4F4C-8DC8-1C13A4C5D1E9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4006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11086-9135-330C-109D-B38D379FC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8F1BBE5-3DB1-9E90-2D3E-BA05D3238C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7A30D38-CF33-90AC-BB1B-F2FF54A4C9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214AFAE-D2F4-79D5-33FC-7F85DBE1B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25EE4-B04B-4F4C-8DC8-1C13A4C5D1E9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7460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5838F-1FD1-4C9E-301C-0510136B5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7E7E850-EAEE-4C53-4154-1FC8162E4C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3F568F3-AA01-D6DF-BF7F-8F89EA4F7A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4803007-062E-ED58-98A2-221857A996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25EE4-B04B-4F4C-8DC8-1C13A4C5D1E9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74033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AEB68-5F06-3800-9B61-E39F422B1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5A5A6CF-CB54-D841-1D65-30200A4D18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63A108F-BFFA-623A-3A02-1D4637D9F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B3FF7FC-3FA8-632C-BA8E-745B126D46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25EE4-B04B-4F4C-8DC8-1C13A4C5D1E9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6349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AC371-F02D-27F7-4ABE-7B2CFDC7C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F2BD3BE-5CF5-BD28-D3BE-2EE19E436F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B662286-3263-5407-991E-F3FF0D169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B469DB6-2BD8-E1B0-322B-D161FFA3E8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25EE4-B04B-4F4C-8DC8-1C13A4C5D1E9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55309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17DFE-D5E0-3454-D364-97F7CF453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C304ACD-5292-30F6-1D8B-4BBD74119B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B7611B3-9E1E-7FEE-8CE7-6BE58CAA42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8BBE9C2-6A31-750D-3120-4580D05059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25EE4-B04B-4F4C-8DC8-1C13A4C5D1E9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3883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0ED0D-AB5B-BE11-B923-4B5C21AC5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2E701F3-4510-65B1-BDC4-34585849AE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F9B1667-F22D-C824-995D-B938EC91B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8E5FC34-B59E-5177-3209-E58552C2F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25EE4-B04B-4F4C-8DC8-1C13A4C5D1E9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23054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DE4EA-8BEF-2459-5697-999130B1D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07E5E83-B20E-C2D9-C8D4-2BAADC9BFC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D72071C-77B0-DE60-D2A9-629F7295B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D106775-F1F7-E98E-4364-F3752B0E99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25EE4-B04B-4F4C-8DC8-1C13A4C5D1E9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95949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4522A-C823-7CE0-29B5-173FF54EE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616B4F6-94A2-E400-B110-11223E1245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AAB03C4-A99F-9F94-9EC3-6D60B5C61F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106A704-9C25-2354-740C-A9575953C4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25EE4-B04B-4F4C-8DC8-1C13A4C5D1E9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65140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D6A85-95AA-61AD-BCE6-F85720539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0966813-45C3-DC65-D896-9D06B256BC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9CADAAD-875C-A50D-44C4-2FA6ED96B8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3E0A3FF-6FA8-181E-7CE8-55DEC5FE17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25EE4-B04B-4F4C-8DC8-1C13A4C5D1E9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0786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CD477-11A9-3271-3F1D-36DD45926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92B9514-9B31-0D5E-5AD1-0DCF32B38B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7B08582-A08F-FF79-A79C-20FD31F0A8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FBE63D0-3EBF-523A-B899-901A1471AB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25EE4-B04B-4F4C-8DC8-1C13A4C5D1E9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35776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A2150-0AE7-4210-4D50-1BF569D97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C079F1C-20F1-097C-283A-6CEB0A8757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82E9EF3-278F-52D6-B285-8D60F70DC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1C823FE-12A3-A0A5-F1FE-1B5F0E4D6C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25EE4-B04B-4F4C-8DC8-1C13A4C5D1E9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44926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F3D85-72A7-A53F-967A-5EB714262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2133ACF-12C8-CC0F-081B-D73D506B5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4B5ED8A-7FFA-3F84-DCE3-5E6807F14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8BA5A9A-7AB9-12CC-70F9-FFB6AC0D6E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25EE4-B04B-4F4C-8DC8-1C13A4C5D1E9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68556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402B3-1610-DE64-E146-F74A618F5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061694C-0777-9649-E6FF-742C1E00FE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B3BB3C1-2CE6-F907-BE53-EF7701345F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4FE48A-4BA8-D508-1D44-5AFCE5B939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25EE4-B04B-4F4C-8DC8-1C13A4C5D1E9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73387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D73DB-0234-552D-35FE-331EE890F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F6F00ED-0BCC-0055-1708-0A435C8626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58D957D-BFE4-88E1-BF86-7263D6B1E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FE0273A-61C4-DDCA-8496-D20B2087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25EE4-B04B-4F4C-8DC8-1C13A4C5D1E9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43075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33172-D3D1-9A2A-8AF6-2E8B5C17B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187F00C-E410-0CA2-588B-A82E5F3E5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029D8E6-CC86-8E4F-2FCE-1148284E9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1102F85-480B-1288-89EA-20E6B4F4E2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25EE4-B04B-4F4C-8DC8-1C13A4C5D1E9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94752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362A7-3F68-AF50-FC04-B9D8BC0CD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266DD13-B7A1-0C69-04AD-A29707010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49E1FA8-DED5-9A07-F27C-DC95F6728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E9B215F-B8B9-8990-6E07-B8B9794F59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25EE4-B04B-4F4C-8DC8-1C13A4C5D1E9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2055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E700A-086D-D56A-BDBE-A43D16E33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1F485A5-F587-A214-8EA0-07F4E0BA43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1C7B092-6C62-AEDB-0684-C28A97AB4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57A996E-F063-C3C0-7E9E-5DA5D1702D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25EE4-B04B-4F4C-8DC8-1C13A4C5D1E9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93309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B05BD-BC4F-9E95-E206-3332AD506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E9EDA21-1C62-26B6-315D-FDCC327DD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D0FC53A-A224-39F1-83C7-CC4ED501D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252DF6C-1577-6BAB-674B-357B96BA15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25EE4-B04B-4F4C-8DC8-1C13A4C5D1E9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74801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E1BA4-A32C-5A32-95FB-870F4994E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EDE985D-AB38-A4D1-0E54-A58FD09BDC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1C4A317-2404-6502-BF25-85D3339431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723740F-7EB7-4B0B-6360-5302C55C27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25EE4-B04B-4F4C-8DC8-1C13A4C5D1E9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9632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4426F-BE55-AC37-46EA-1E1C66F16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1FCAD5C-278D-9909-E172-497604D681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39AE917-27F5-2CF9-636B-12E48784F9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FAC412-163D-EAFA-0439-8975D90675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25EE4-B04B-4F4C-8DC8-1C13A4C5D1E9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5317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8E5CC-848C-E120-CCE6-43C3E91C9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22280D5-E020-B375-1DCB-C4DBC9BA4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3FFC2FE-E054-8669-C032-5F25B2854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84B32C3-690C-53B6-2039-B3ACB0F659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25EE4-B04B-4F4C-8DC8-1C13A4C5D1E9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64469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5C600-9DF9-8F78-4C88-96B444557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B050628-3585-01FE-4FB2-DABC17C96B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79A7C72-F21A-2A9C-3DD4-C7C2C158C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D347003-1455-F5B7-A1AE-DD90AA330A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25EE4-B04B-4F4C-8DC8-1C13A4C5D1E9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59698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555A2-5BD7-2E93-35F1-F4C0C2E7F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67D00AD-51D6-6C06-0581-617B251368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0BB95CD-785A-27F6-0475-0F2A5796C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7944795-FB92-657F-28BC-FAFD0AA9C0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25EE4-B04B-4F4C-8DC8-1C13A4C5D1E9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58659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CB451-FCCE-B723-1086-627AD76FB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715A56B-C1C7-E035-8667-6A016BB6D6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78FC3A3-E366-6914-A805-6ED6AA2C4A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40A0264-0BFD-C0CD-BF2E-74E2DACECF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25EE4-B04B-4F4C-8DC8-1C13A4C5D1E9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76880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12D37-0FAF-4707-A0DD-1976F47E6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1DBB15A-A486-EC6F-A1A2-F54603922B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62B7114-45A3-E402-2755-9022A5698E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DBA8E91-EAF5-0380-6338-82465D3583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25EE4-B04B-4F4C-8DC8-1C13A4C5D1E9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10132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A9E9D-7C6D-2D5B-F077-4F6E42F85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D1C2A58-A50C-DA03-DDC4-4F3C4EBDBA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D87E65B-A8DF-225C-CC02-41DFC5F70A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D0AF545-E6E0-5285-7C27-E8D376B16D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25EE4-B04B-4F4C-8DC8-1C13A4C5D1E9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304520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C54BB-BE26-5AD0-B403-90DAE842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0038113-9075-529D-9F9C-4AE5B90723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BA7557E-3C5D-285D-56BC-CE1C2461B6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F827F6C-DCBF-4244-06BF-007AC33F18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25EE4-B04B-4F4C-8DC8-1C13A4C5D1E9}" type="slidenum">
              <a:rPr lang="fr-FR" smtClean="0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19973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40EEB-CB74-DD4F-3C9A-5BEA35B48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B25C717-F579-2B36-16BE-D3B1CE1B82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BBE4312-8637-2D41-9C4E-9D201207C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FFD1480-E15F-C961-83C7-21526F712C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25EE4-B04B-4F4C-8DC8-1C13A4C5D1E9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9262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6B646-B1B8-180F-0F87-DB68A2895C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3EA9355-9E47-BFAB-3519-3D00504494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708A27-6481-D967-0A5F-3B6E40137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BA82-3EB9-4895-ADF2-7123FAB7E0F7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4CDC46-3558-7B97-4845-A02E79550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0EF16F-1BA8-9BC2-C2F2-9CF97BA0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8A5D-AEC6-4B65-AB57-B2DA5E8F7D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1657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A0F9FD-E318-2447-3E65-1B13D1454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EF222A-037D-1AAB-153B-280EC654E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A9FB96-91E4-8430-D049-4637BED03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BA82-3EB9-4895-ADF2-7123FAB7E0F7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E14AD6-D427-D720-7F6D-E6E9888A9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556FFF-2933-4334-C5C3-0C43C5E41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8A5D-AEC6-4B65-AB57-B2DA5E8F7D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0709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7BBC48-4E1C-006E-5BAE-0EFCEB603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FC11204-BFA8-BC23-7E1F-6582EC260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D445DC9-A568-E183-AB92-4970D4503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BA82-3EB9-4895-ADF2-7123FAB7E0F7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12CC93-077E-3CDB-9D92-B0F3C561B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376373-5CC0-8C73-4F41-825015C28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8A5D-AEC6-4B65-AB57-B2DA5E8F7D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8284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1547AD-38B3-FC37-3114-BFCA00A1C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BC40A9-5A3F-636D-01A9-8C786DA9BB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9DFDAEE-D7B8-DC74-6E09-59D046257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C629549-3E99-DC3F-D17F-220B400BC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BA82-3EB9-4895-ADF2-7123FAB7E0F7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3A1F3C3-6013-95B6-AC54-AE2414ED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4243DEE-365B-430F-CC12-4A957B6EE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8A5D-AEC6-4B65-AB57-B2DA5E8F7D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2617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75FA1D-5F2C-37A7-D34A-0A952D2A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E5AF589-7F8C-C575-6C62-9A01142AE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1C8476F-8D07-68F6-5620-5A7B887D2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CFD0032-EEE8-63E6-84BE-6A65AF6F7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817B97C-FB7F-E1A9-DB1B-2E18BAAF63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64E770E-409F-264F-98BC-EB8A097A2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BA82-3EB9-4895-ADF2-7123FAB7E0F7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7D55945-1101-F85A-7B83-B15AA4FE1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8776A8E-36C6-9B31-832D-18B024342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8A5D-AEC6-4B65-AB57-B2DA5E8F7D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7027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5087F9-CB44-7EAA-863E-42CC0AA55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604CCA8-2B48-4D72-1759-802B5CA07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BA82-3EB9-4895-ADF2-7123FAB7E0F7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21287AA-CE4F-684F-08A2-B65518163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1B3959B-77E2-50F2-2240-92F2505A4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8A5D-AEC6-4B65-AB57-B2DA5E8F7D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3969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0B18B1D-9993-62D2-619D-834AAB899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BA82-3EB9-4895-ADF2-7123FAB7E0F7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78F50A8-C5D9-9E12-31A9-13D801774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C85E796-6E89-BFBC-BD6C-90269D9F8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8A5D-AEC6-4B65-AB57-B2DA5E8F7D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2444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5B4E65-F786-DB61-2365-FB2350C13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2CAA45-E14D-96B5-71F9-407883752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B5A5FC5-DBD9-22F2-614A-2724423E1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089F5E9-EFAC-84FB-3541-44DAE2BA5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BA82-3EB9-4895-ADF2-7123FAB7E0F7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5CA18B6-8D36-9382-60E7-D3D8A8426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2802E57-0FC6-4CD3-FFA1-2EA76F9D3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8A5D-AEC6-4B65-AB57-B2DA5E8F7D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8135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35592E-7A4D-95A5-FBAD-D7C2E1B80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5AB9443-8A88-9DF3-ECBA-E20C9B45E1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1EB02FC-1C14-1BCF-F799-8586438C2B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C6C661F-506E-C024-4F59-CD3B9551D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BA82-3EB9-4895-ADF2-7123FAB7E0F7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F382147-C103-B851-83AE-7C5AA53A2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268D476-7923-71A7-ED50-BDB299D98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8A5D-AEC6-4B65-AB57-B2DA5E8F7D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9735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798B78-8C27-6F7C-C18B-45CA26336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228E5A2-6816-3B2C-1C31-03031669C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1F5E79-4CDA-5C1F-85AD-446E0C3D4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BA82-3EB9-4895-ADF2-7123FAB7E0F7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F60E53-4436-C3C5-F509-CCEBC35E7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9353C8-2F01-5E7C-43D6-73B63EF24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8A5D-AEC6-4B65-AB57-B2DA5E8F7D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4795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92A17B-3C4E-C390-5D23-8CE9D9E57F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EF498D0-17D4-3EF0-1E15-80CCB9AE3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2B963D9-D439-E7F0-1E0C-508F777AB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BA82-3EB9-4895-ADF2-7123FAB7E0F7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5B30C81-D763-2BFF-8D96-A202E88AB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CCDE30-FFAC-781F-1EA4-C5007A964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8A5D-AEC6-4B65-AB57-B2DA5E8F7D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0924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3AB6D7D-44B5-2D73-7805-A0CDF26D3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90A86AB-A001-3C0F-7F53-C2DEF9BF1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684E37-EACF-5BB5-458C-FC3F2EDDD8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E7BA82-3EB9-4895-ADF2-7123FAB7E0F7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2BA009C-75AE-10E5-CECE-25C3040A00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2562BB5-C2F2-4DE8-6F32-8DA73E8F72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6B8A5D-AEC6-4B65-AB57-B2DA5E8F7D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0026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36.xml"/><Relationship Id="rId13" Type="http://schemas.openxmlformats.org/officeDocument/2006/relationships/slide" Target="slide12.xml"/><Relationship Id="rId3" Type="http://schemas.openxmlformats.org/officeDocument/2006/relationships/slide" Target="slide5.xml"/><Relationship Id="rId7" Type="http://schemas.openxmlformats.org/officeDocument/2006/relationships/slide" Target="slide33.xml"/><Relationship Id="rId12" Type="http://schemas.openxmlformats.org/officeDocument/2006/relationships/slide" Target="slide9.xml"/><Relationship Id="rId2" Type="http://schemas.openxmlformats.org/officeDocument/2006/relationships/notesSlide" Target="../notesSlides/notesSlide1.xml"/><Relationship Id="rId16" Type="http://schemas.openxmlformats.org/officeDocument/2006/relationships/slide" Target="slide3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6.xml"/><Relationship Id="rId11" Type="http://schemas.openxmlformats.org/officeDocument/2006/relationships/slide" Target="slide6.xml"/><Relationship Id="rId5" Type="http://schemas.openxmlformats.org/officeDocument/2006/relationships/image" Target="../media/image6.png"/><Relationship Id="rId15" Type="http://schemas.openxmlformats.org/officeDocument/2006/relationships/slide" Target="slide20.xml"/><Relationship Id="rId10" Type="http://schemas.openxmlformats.org/officeDocument/2006/relationships/slide" Target="slide24.xml"/><Relationship Id="rId4" Type="http://schemas.openxmlformats.org/officeDocument/2006/relationships/image" Target="../media/image5.png"/><Relationship Id="rId9" Type="http://schemas.openxmlformats.org/officeDocument/2006/relationships/slide" Target="slide27.xml"/><Relationship Id="rId14" Type="http://schemas.openxmlformats.org/officeDocument/2006/relationships/slide" Target="slide3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4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14DC59E-4406-0001-95DD-E2D723A375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042" y="891652"/>
            <a:ext cx="4412021" cy="30307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LA PREVENTION DES RISQUES SUR UN CHANTIER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208C7B7-D3BF-706C-E596-628D17D91E0E}"/>
              </a:ext>
            </a:extLst>
          </p:cNvPr>
          <p:cNvSpPr txBox="1"/>
          <p:nvPr/>
        </p:nvSpPr>
        <p:spPr>
          <a:xfrm>
            <a:off x="945791" y="4745317"/>
            <a:ext cx="4126272" cy="13751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Baptiste, Esteban, Estelle, Ewen, Meriam, Thomas</a:t>
            </a:r>
          </a:p>
        </p:txBody>
      </p:sp>
      <p:pic>
        <p:nvPicPr>
          <p:cNvPr id="4" name="Image 3" descr="Une image contenant obscurité, noir, espace, nuit&#10;&#10;Le contenu généré par l’IA peut être incorrect.">
            <a:extLst>
              <a:ext uri="{FF2B5EF4-FFF2-40B4-BE49-F238E27FC236}">
                <a16:creationId xmlns:a16="http://schemas.microsoft.com/office/drawing/2014/main" id="{2EE2798C-4D0D-D1D5-52ED-8A08B07F66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854989"/>
            <a:ext cx="5608320" cy="510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553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1500"/>
            <a:ext cx="12191998" cy="6858000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FFC87AC-C919-4FE5-BAC3-39509E00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635" y="-1500"/>
            <a:ext cx="8119933" cy="6858001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D0659F6-0853-468D-B1B2-44FDBE98B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272" y="-3000"/>
            <a:ext cx="12201265" cy="6859501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8536" y="0"/>
            <a:ext cx="11718098" cy="6858000"/>
          </a:xfrm>
          <a:prstGeom prst="rect">
            <a:avLst/>
          </a:prstGeom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12CD3C5-D568-4121-6C26-5F45FE073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639" y="561203"/>
            <a:ext cx="9932691" cy="11659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>
                <a:solidFill>
                  <a:srgbClr val="FFFFFF"/>
                </a:solidFill>
              </a:rPr>
              <a:t>Sommaire :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77ACDD7-882D-4B81-A213-84C82B96B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2888341"/>
            <a:ext cx="12203819" cy="396815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164BD2D-6F37-9413-6D6E-6C2EA9E2BD01}"/>
              </a:ext>
            </a:extLst>
          </p:cNvPr>
          <p:cNvSpPr txBox="1"/>
          <p:nvPr/>
        </p:nvSpPr>
        <p:spPr>
          <a:xfrm>
            <a:off x="1127570" y="5791201"/>
            <a:ext cx="9932690" cy="508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dirty="0">
                <a:solidFill>
                  <a:srgbClr val="FFFFFF"/>
                </a:solidFill>
              </a:rPr>
              <a:t>		&gt;&gt; Définition					&gt;&gt; Jeu</a:t>
            </a:r>
          </a:p>
        </p:txBody>
      </p:sp>
      <p:pic>
        <p:nvPicPr>
          <p:cNvPr id="27" name="Image 26" descr="Une image contenant noir, obscurité, noir et blanc&#10;&#10;Le contenu généré par l’IA peut être incorrect.">
            <a:extLst>
              <a:ext uri="{FF2B5EF4-FFF2-40B4-BE49-F238E27FC236}">
                <a16:creationId xmlns:a16="http://schemas.microsoft.com/office/drawing/2014/main" id="{5E8DC22A-4CAC-CCEE-24CA-EB7E2A15E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727" y="2133758"/>
            <a:ext cx="3248282" cy="3235692"/>
          </a:xfrm>
          <a:prstGeom prst="rect">
            <a:avLst/>
          </a:prstGeom>
          <a:ln>
            <a:noFill/>
          </a:ln>
        </p:spPr>
      </p:pic>
      <p:pic>
        <p:nvPicPr>
          <p:cNvPr id="29" name="Image 28" descr="Une image contenant croquis, dessin, noir et blanc, Graphique&#10;&#10;Le contenu généré par l’IA peut être incorrect.">
            <a:hlinkClick r:id="rId4" action="ppaction://hlinksldjump"/>
            <a:extLst>
              <a:ext uri="{FF2B5EF4-FFF2-40B4-BE49-F238E27FC236}">
                <a16:creationId xmlns:a16="http://schemas.microsoft.com/office/drawing/2014/main" id="{8F1E6447-B859-316D-3973-5C90C6D96C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7899" y="2133600"/>
            <a:ext cx="3751864" cy="323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427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1D17E00-5EE6-01C1-D4A9-0C11707FE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fr-FR" sz="4000" dirty="0">
                <a:solidFill>
                  <a:srgbClr val="FFFFFF"/>
                </a:solidFill>
              </a:rPr>
              <a:t>Définition 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0163C5-54C9-8023-B32C-25104888E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fr-FR" sz="2000" b="1" dirty="0"/>
              <a:t>DANGER</a:t>
            </a:r>
            <a:r>
              <a:rPr lang="fr-FR" sz="2000" dirty="0"/>
              <a:t> : Source ou situation pouvant causer un accident.</a:t>
            </a:r>
          </a:p>
          <a:p>
            <a:pPr marL="0" indent="0">
              <a:buNone/>
            </a:pPr>
            <a:r>
              <a:rPr lang="fr-FR" sz="2000" i="1" dirty="0"/>
              <a:t>une tranchée ouverte sans protection</a:t>
            </a:r>
          </a:p>
          <a:p>
            <a:endParaRPr lang="fr-FR" sz="2000" dirty="0"/>
          </a:p>
          <a:p>
            <a:r>
              <a:rPr lang="fr-FR" sz="2000" b="1" dirty="0"/>
              <a:t>RISQUE</a:t>
            </a:r>
            <a:r>
              <a:rPr lang="fr-FR" sz="2000" dirty="0"/>
              <a:t> : Possibilité qu’un danger provoque un accident.</a:t>
            </a:r>
          </a:p>
          <a:p>
            <a:pPr marL="0" indent="0">
              <a:buNone/>
            </a:pPr>
            <a:r>
              <a:rPr lang="fr-FR" sz="2000" i="1" dirty="0"/>
              <a:t>le risque de chute d’un ouvrier dans la tranchée.</a:t>
            </a:r>
          </a:p>
          <a:p>
            <a:endParaRPr lang="fr-FR" sz="2000" dirty="0"/>
          </a:p>
          <a:p>
            <a:r>
              <a:rPr lang="fr-FR" sz="2000" b="1" dirty="0"/>
              <a:t>AMÉLIORATION : </a:t>
            </a:r>
            <a:r>
              <a:rPr lang="fr-FR" sz="2000" dirty="0"/>
              <a:t>Mesure de prévention mise en place pour supprimer le danger ou réduire l'exposition au risque.</a:t>
            </a:r>
          </a:p>
          <a:p>
            <a:pPr marL="0" indent="0">
              <a:buNone/>
            </a:pPr>
            <a:r>
              <a:rPr lang="fr-FR" sz="2000" i="1" dirty="0"/>
              <a:t>l'installation de barrières de sécurité rigides autour de la tranchée.</a:t>
            </a:r>
          </a:p>
        </p:txBody>
      </p:sp>
    </p:spTree>
    <p:extLst>
      <p:ext uri="{BB962C8B-B14F-4D97-AF65-F5344CB8AC3E}">
        <p14:creationId xmlns:p14="http://schemas.microsoft.com/office/powerpoint/2010/main" val="2317141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42A6BD-CAAD-C83D-BA02-98839FF06EE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D844C3B-A455-BA1F-9337-7F8887450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JEU</a:t>
            </a:r>
          </a:p>
        </p:txBody>
      </p:sp>
      <p:graphicFrame>
        <p:nvGraphicFramePr>
          <p:cNvPr id="17" name="ZoneTexte 2">
            <a:extLst>
              <a:ext uri="{FF2B5EF4-FFF2-40B4-BE49-F238E27FC236}">
                <a16:creationId xmlns:a16="http://schemas.microsoft.com/office/drawing/2014/main" id="{05975DAD-7B58-EF6A-132D-D01AD80C8C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115162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33374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Une image contenant véhicule, capture d’écran, Véhicule terrestre, Modèle réduit&#10;&#10;Le contenu généré par l’IA peut être incorrect.">
            <a:hlinkClick r:id="rId3" action="ppaction://hlinksldjump"/>
            <a:extLst>
              <a:ext uri="{FF2B5EF4-FFF2-40B4-BE49-F238E27FC236}">
                <a16:creationId xmlns:a16="http://schemas.microsoft.com/office/drawing/2014/main" id="{64724B71-3528-1041-AF5A-466C22D6DE1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331" y="0"/>
            <a:ext cx="9411337" cy="6858000"/>
          </a:xfrm>
          <a:prstGeom prst="rect">
            <a:avLst/>
          </a:prstGeom>
        </p:spPr>
      </p:pic>
      <p:pic>
        <p:nvPicPr>
          <p:cNvPr id="15" name="Symbole son" descr="Une image contenant triangle&#10;&#10;Le contenu généré par l’IA peut être incorrect.">
            <a:extLst>
              <a:ext uri="{FF2B5EF4-FFF2-40B4-BE49-F238E27FC236}">
                <a16:creationId xmlns:a16="http://schemas.microsoft.com/office/drawing/2014/main" id="{5FF51FFF-1C18-F639-EF1D-FBD7659706C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373" y="4058055"/>
            <a:ext cx="532995" cy="532995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orthographicFront">
              <a:rot lat="281866" lon="20202824" rev="1204218"/>
            </a:camera>
            <a:lightRig rig="threePt" dir="t"/>
          </a:scene3d>
        </p:spPr>
      </p:pic>
      <p:sp>
        <p:nvSpPr>
          <p:cNvPr id="16" name="4. Tombe">
            <a:hlinkClick r:id="rId6" action="ppaction://hlinksldjump"/>
            <a:extLst>
              <a:ext uri="{FF2B5EF4-FFF2-40B4-BE49-F238E27FC236}">
                <a16:creationId xmlns:a16="http://schemas.microsoft.com/office/drawing/2014/main" id="{157F6C93-048A-01E2-5C22-390DD01FECB1}"/>
              </a:ext>
            </a:extLst>
          </p:cNvPr>
          <p:cNvSpPr/>
          <p:nvPr/>
        </p:nvSpPr>
        <p:spPr>
          <a:xfrm>
            <a:off x="5934076" y="2800350"/>
            <a:ext cx="1152524" cy="933450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Camion bleu">
            <a:hlinkClick r:id="rId7" action="ppaction://hlinksldjump"/>
            <a:extLst>
              <a:ext uri="{FF2B5EF4-FFF2-40B4-BE49-F238E27FC236}">
                <a16:creationId xmlns:a16="http://schemas.microsoft.com/office/drawing/2014/main" id="{9D733EFA-A0C4-F479-DCA3-6312138AA1A5}"/>
              </a:ext>
            </a:extLst>
          </p:cNvPr>
          <p:cNvSpPr/>
          <p:nvPr/>
        </p:nvSpPr>
        <p:spPr>
          <a:xfrm>
            <a:off x="8478982" y="2724727"/>
            <a:ext cx="2322686" cy="1932998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" name="En bas à droite">
            <a:hlinkClick r:id="rId8" action="ppaction://hlinksldjump"/>
            <a:extLst>
              <a:ext uri="{FF2B5EF4-FFF2-40B4-BE49-F238E27FC236}">
                <a16:creationId xmlns:a16="http://schemas.microsoft.com/office/drawing/2014/main" id="{79231BB7-1446-7714-76A7-3FEFCF660D3B}"/>
              </a:ext>
            </a:extLst>
          </p:cNvPr>
          <p:cNvSpPr/>
          <p:nvPr/>
        </p:nvSpPr>
        <p:spPr>
          <a:xfrm>
            <a:off x="9258300" y="5867400"/>
            <a:ext cx="1543368" cy="904875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" name="Camion blanc">
            <a:hlinkClick r:id="rId9" action="ppaction://hlinksldjump"/>
            <a:extLst>
              <a:ext uri="{FF2B5EF4-FFF2-40B4-BE49-F238E27FC236}">
                <a16:creationId xmlns:a16="http://schemas.microsoft.com/office/drawing/2014/main" id="{FA7C0442-5D8F-18F4-4986-4D1062A19149}"/>
              </a:ext>
            </a:extLst>
          </p:cNvPr>
          <p:cNvSpPr/>
          <p:nvPr/>
        </p:nvSpPr>
        <p:spPr>
          <a:xfrm>
            <a:off x="4743450" y="4306824"/>
            <a:ext cx="1352550" cy="1836801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Atelier">
            <a:hlinkClick r:id="rId10" action="ppaction://hlinksldjump"/>
            <a:extLst>
              <a:ext uri="{FF2B5EF4-FFF2-40B4-BE49-F238E27FC236}">
                <a16:creationId xmlns:a16="http://schemas.microsoft.com/office/drawing/2014/main" id="{BF0E32CD-1563-A63D-1C47-80A8AA6B146B}"/>
              </a:ext>
            </a:extLst>
          </p:cNvPr>
          <p:cNvSpPr/>
          <p:nvPr/>
        </p:nvSpPr>
        <p:spPr>
          <a:xfrm>
            <a:off x="1477882" y="3324225"/>
            <a:ext cx="2728358" cy="2109788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1. Bac à bordel">
            <a:hlinkClick r:id="rId11" action="ppaction://hlinksldjump"/>
            <a:extLst>
              <a:ext uri="{FF2B5EF4-FFF2-40B4-BE49-F238E27FC236}">
                <a16:creationId xmlns:a16="http://schemas.microsoft.com/office/drawing/2014/main" id="{1EB46D05-79F4-2062-66F1-2E5BC8FA1B4B}"/>
              </a:ext>
            </a:extLst>
          </p:cNvPr>
          <p:cNvSpPr/>
          <p:nvPr/>
        </p:nvSpPr>
        <p:spPr>
          <a:xfrm>
            <a:off x="1477882" y="1298449"/>
            <a:ext cx="1939767" cy="1125664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2. Tractopelle écrase">
            <a:hlinkClick r:id="rId12" action="ppaction://hlinksldjump"/>
            <a:extLst>
              <a:ext uri="{FF2B5EF4-FFF2-40B4-BE49-F238E27FC236}">
                <a16:creationId xmlns:a16="http://schemas.microsoft.com/office/drawing/2014/main" id="{9B4176D0-17A5-2234-EFC9-33A8D7B0CE40}"/>
              </a:ext>
            </a:extLst>
          </p:cNvPr>
          <p:cNvSpPr/>
          <p:nvPr/>
        </p:nvSpPr>
        <p:spPr>
          <a:xfrm>
            <a:off x="3209451" y="1936814"/>
            <a:ext cx="1698227" cy="1228724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  <a:p>
            <a:pPr algn="ctr"/>
            <a:endParaRPr lang="fr-FR" dirty="0"/>
          </a:p>
        </p:txBody>
      </p:sp>
      <p:sp>
        <p:nvSpPr>
          <p:cNvPr id="27" name="3. Camion orange">
            <a:hlinkClick r:id="rId13" action="ppaction://hlinksldjump"/>
            <a:extLst>
              <a:ext uri="{FF2B5EF4-FFF2-40B4-BE49-F238E27FC236}">
                <a16:creationId xmlns:a16="http://schemas.microsoft.com/office/drawing/2014/main" id="{540677FB-158F-CF91-5009-9E7A6FBA16BA}"/>
              </a:ext>
            </a:extLst>
          </p:cNvPr>
          <p:cNvSpPr/>
          <p:nvPr/>
        </p:nvSpPr>
        <p:spPr>
          <a:xfrm>
            <a:off x="5810250" y="852488"/>
            <a:ext cx="1609724" cy="1447799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Camion vert">
            <a:hlinkClick r:id="rId14" action="ppaction://hlinksldjump"/>
            <a:extLst>
              <a:ext uri="{FF2B5EF4-FFF2-40B4-BE49-F238E27FC236}">
                <a16:creationId xmlns:a16="http://schemas.microsoft.com/office/drawing/2014/main" id="{93FB0909-568D-19E4-B058-BA21272C4737}"/>
              </a:ext>
            </a:extLst>
          </p:cNvPr>
          <p:cNvSpPr/>
          <p:nvPr/>
        </p:nvSpPr>
        <p:spPr>
          <a:xfrm>
            <a:off x="6222642" y="5078845"/>
            <a:ext cx="1917161" cy="1514285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Cache en bas">
            <a:extLst>
              <a:ext uri="{FF2B5EF4-FFF2-40B4-BE49-F238E27FC236}">
                <a16:creationId xmlns:a16="http://schemas.microsoft.com/office/drawing/2014/main" id="{CEFF2C0D-F2D0-DF50-48FB-BD8D4F6E1375}"/>
              </a:ext>
            </a:extLst>
          </p:cNvPr>
          <p:cNvSpPr>
            <a:spLocks/>
          </p:cNvSpPr>
          <p:nvPr/>
        </p:nvSpPr>
        <p:spPr>
          <a:xfrm>
            <a:off x="1390331" y="6611112"/>
            <a:ext cx="2027318" cy="161163"/>
          </a:xfrm>
          <a:prstGeom prst="rect">
            <a:avLst/>
          </a:prstGeom>
          <a:solidFill>
            <a:srgbClr val="D7CBB4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5. Charge (cisaille)">
            <a:hlinkClick r:id="rId15" action="ppaction://hlinksldjump"/>
            <a:extLst>
              <a:ext uri="{FF2B5EF4-FFF2-40B4-BE49-F238E27FC236}">
                <a16:creationId xmlns:a16="http://schemas.microsoft.com/office/drawing/2014/main" id="{3786C81B-4738-D85B-B230-5FD2C67C2825}"/>
              </a:ext>
            </a:extLst>
          </p:cNvPr>
          <p:cNvSpPr/>
          <p:nvPr/>
        </p:nvSpPr>
        <p:spPr>
          <a:xfrm>
            <a:off x="7837568" y="457200"/>
            <a:ext cx="1619568" cy="1333500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Bouton d’action : fin 19">
            <a:hlinkClick r:id="rId16" action="ppaction://hlinksldjump" highlightClick="1"/>
            <a:extLst>
              <a:ext uri="{FF2B5EF4-FFF2-40B4-BE49-F238E27FC236}">
                <a16:creationId xmlns:a16="http://schemas.microsoft.com/office/drawing/2014/main" id="{E7F33CCA-6F8F-F398-483D-21CEF02479E8}"/>
              </a:ext>
            </a:extLst>
          </p:cNvPr>
          <p:cNvSpPr/>
          <p:nvPr/>
        </p:nvSpPr>
        <p:spPr>
          <a:xfrm>
            <a:off x="10243127" y="0"/>
            <a:ext cx="558541" cy="489527"/>
          </a:xfrm>
          <a:prstGeom prst="actionButtonE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3561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8932B5-DE0C-A90D-18DB-01BA136F7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Une image contenant véhicule, capture d’écran, Véhicule terrestre, Modèle réduit&#10;&#10;Le contenu généré par l’IA peut être incorrect.">
            <a:extLst>
              <a:ext uri="{FF2B5EF4-FFF2-40B4-BE49-F238E27FC236}">
                <a16:creationId xmlns:a16="http://schemas.microsoft.com/office/drawing/2014/main" id="{840C230C-A0C3-25E3-5386-2C3440CAD9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331" y="0"/>
            <a:ext cx="9411337" cy="6858000"/>
          </a:xfrm>
          <a:prstGeom prst="rect">
            <a:avLst/>
          </a:prstGeom>
        </p:spPr>
      </p:pic>
      <p:pic>
        <p:nvPicPr>
          <p:cNvPr id="15" name="Symbole son" descr="Une image contenant triangle&#10;&#10;Le contenu généré par l’IA peut être incorrect.">
            <a:extLst>
              <a:ext uri="{FF2B5EF4-FFF2-40B4-BE49-F238E27FC236}">
                <a16:creationId xmlns:a16="http://schemas.microsoft.com/office/drawing/2014/main" id="{2C1A173E-0782-2838-6972-023DE3FF20E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373" y="4058055"/>
            <a:ext cx="532995" cy="532995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orthographicFront">
              <a:rot lat="281866" lon="20202824" rev="1204218"/>
            </a:camera>
            <a:lightRig rig="threePt" dir="t"/>
          </a:scene3d>
        </p:spPr>
      </p:pic>
      <p:sp>
        <p:nvSpPr>
          <p:cNvPr id="2" name="Cache en bas">
            <a:extLst>
              <a:ext uri="{FF2B5EF4-FFF2-40B4-BE49-F238E27FC236}">
                <a16:creationId xmlns:a16="http://schemas.microsoft.com/office/drawing/2014/main" id="{932A832E-26ED-FBE6-29C2-BE233CE11C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90331" y="6611112"/>
            <a:ext cx="2027318" cy="161163"/>
          </a:xfrm>
          <a:prstGeom prst="rect">
            <a:avLst/>
          </a:prstGeom>
          <a:solidFill>
            <a:srgbClr val="D7CBB4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Bulle narrative">
            <a:extLst>
              <a:ext uri="{FF2B5EF4-FFF2-40B4-BE49-F238E27FC236}">
                <a16:creationId xmlns:a16="http://schemas.microsoft.com/office/drawing/2014/main" id="{AE5955B5-6006-0769-CC61-C55B033F47CB}"/>
              </a:ext>
            </a:extLst>
          </p:cNvPr>
          <p:cNvSpPr/>
          <p:nvPr/>
        </p:nvSpPr>
        <p:spPr>
          <a:xfrm>
            <a:off x="4211782" y="1274618"/>
            <a:ext cx="3315854" cy="2419927"/>
          </a:xfrm>
          <a:prstGeom prst="wedgeEllipseCallout">
            <a:avLst>
              <a:gd name="adj1" fmla="val -87964"/>
              <a:gd name="adj2" fmla="val -2032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La présence d’un trou ouvert non balisée</a:t>
            </a:r>
          </a:p>
        </p:txBody>
      </p:sp>
    </p:spTree>
    <p:extLst>
      <p:ext uri="{BB962C8B-B14F-4D97-AF65-F5344CB8AC3E}">
        <p14:creationId xmlns:p14="http://schemas.microsoft.com/office/powerpoint/2010/main" val="3644314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2467B1-545A-691B-1B19-17B9E9DD1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Une image contenant véhicule, capture d’écran, Véhicule terrestre, Modèle réduit&#10;&#10;Le contenu généré par l’IA peut être incorrect.">
            <a:extLst>
              <a:ext uri="{FF2B5EF4-FFF2-40B4-BE49-F238E27FC236}">
                <a16:creationId xmlns:a16="http://schemas.microsoft.com/office/drawing/2014/main" id="{0744C2FC-AF06-87FF-18DF-E48C238468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331" y="0"/>
            <a:ext cx="9411337" cy="6858000"/>
          </a:xfrm>
          <a:prstGeom prst="rect">
            <a:avLst/>
          </a:prstGeom>
        </p:spPr>
      </p:pic>
      <p:pic>
        <p:nvPicPr>
          <p:cNvPr id="15" name="Symbole son" descr="Une image contenant triangle&#10;&#10;Le contenu généré par l’IA peut être incorrect.">
            <a:extLst>
              <a:ext uri="{FF2B5EF4-FFF2-40B4-BE49-F238E27FC236}">
                <a16:creationId xmlns:a16="http://schemas.microsoft.com/office/drawing/2014/main" id="{7EF64C4A-E889-07A6-DD49-676B284647B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373" y="4058055"/>
            <a:ext cx="532995" cy="532995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orthographicFront">
              <a:rot lat="281866" lon="20202824" rev="1204218"/>
            </a:camera>
            <a:lightRig rig="threePt" dir="t"/>
          </a:scene3d>
        </p:spPr>
      </p:pic>
      <p:sp>
        <p:nvSpPr>
          <p:cNvPr id="2" name="Cache en bas">
            <a:extLst>
              <a:ext uri="{FF2B5EF4-FFF2-40B4-BE49-F238E27FC236}">
                <a16:creationId xmlns:a16="http://schemas.microsoft.com/office/drawing/2014/main" id="{5304EE5B-DCA9-E5AC-BB80-296F5902F7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90331" y="6611112"/>
            <a:ext cx="2027318" cy="161163"/>
          </a:xfrm>
          <a:prstGeom prst="rect">
            <a:avLst/>
          </a:prstGeom>
          <a:solidFill>
            <a:srgbClr val="D7CBB4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Bulle narrative">
            <a:extLst>
              <a:ext uri="{FF2B5EF4-FFF2-40B4-BE49-F238E27FC236}">
                <a16:creationId xmlns:a16="http://schemas.microsoft.com/office/drawing/2014/main" id="{7C05B7EE-DA1D-CADF-5765-C92348C6B518}"/>
              </a:ext>
            </a:extLst>
          </p:cNvPr>
          <p:cNvSpPr/>
          <p:nvPr/>
        </p:nvSpPr>
        <p:spPr>
          <a:xfrm>
            <a:off x="4211782" y="1274618"/>
            <a:ext cx="3315854" cy="2419927"/>
          </a:xfrm>
          <a:prstGeom prst="wedgeEllipseCallout">
            <a:avLst>
              <a:gd name="adj1" fmla="val -87964"/>
              <a:gd name="adj2" fmla="val -2032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Chute de hauteur</a:t>
            </a:r>
          </a:p>
        </p:txBody>
      </p:sp>
    </p:spTree>
    <p:extLst>
      <p:ext uri="{BB962C8B-B14F-4D97-AF65-F5344CB8AC3E}">
        <p14:creationId xmlns:p14="http://schemas.microsoft.com/office/powerpoint/2010/main" val="2651421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FB0688-DC0C-7987-AEF0-B7876ED5E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Une image contenant véhicule, capture d’écran, Véhicule terrestre, Modèle réduit&#10;&#10;Le contenu généré par l’IA peut être incorrect.">
            <a:hlinkClick r:id="rId3" action="ppaction://hlinksldjump"/>
            <a:extLst>
              <a:ext uri="{FF2B5EF4-FFF2-40B4-BE49-F238E27FC236}">
                <a16:creationId xmlns:a16="http://schemas.microsoft.com/office/drawing/2014/main" id="{34BC34AE-26A6-50E4-41D7-BEC833FBDE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331" y="0"/>
            <a:ext cx="9411337" cy="6858000"/>
          </a:xfrm>
          <a:prstGeom prst="rect">
            <a:avLst/>
          </a:prstGeom>
        </p:spPr>
      </p:pic>
      <p:pic>
        <p:nvPicPr>
          <p:cNvPr id="15" name="Symbole son" descr="Une image contenant triangle&#10;&#10;Le contenu généré par l’IA peut être incorrect.">
            <a:extLst>
              <a:ext uri="{FF2B5EF4-FFF2-40B4-BE49-F238E27FC236}">
                <a16:creationId xmlns:a16="http://schemas.microsoft.com/office/drawing/2014/main" id="{61CE6447-93A4-925E-36DE-B4811F46FE2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373" y="4058055"/>
            <a:ext cx="532995" cy="532995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orthographicFront">
              <a:rot lat="281866" lon="20202824" rev="1204218"/>
            </a:camera>
            <a:lightRig rig="threePt" dir="t"/>
          </a:scene3d>
        </p:spPr>
      </p:pic>
      <p:sp>
        <p:nvSpPr>
          <p:cNvPr id="2" name="Cache en bas">
            <a:extLst>
              <a:ext uri="{FF2B5EF4-FFF2-40B4-BE49-F238E27FC236}">
                <a16:creationId xmlns:a16="http://schemas.microsoft.com/office/drawing/2014/main" id="{4A0962FB-FDE9-6617-AD37-47DDA11DFD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90331" y="6611112"/>
            <a:ext cx="2027318" cy="161163"/>
          </a:xfrm>
          <a:prstGeom prst="rect">
            <a:avLst/>
          </a:prstGeom>
          <a:solidFill>
            <a:srgbClr val="D7CBB4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Bulle narrative">
            <a:extLst>
              <a:ext uri="{FF2B5EF4-FFF2-40B4-BE49-F238E27FC236}">
                <a16:creationId xmlns:a16="http://schemas.microsoft.com/office/drawing/2014/main" id="{9B06D420-36C4-1087-77CC-25A7BB085A4A}"/>
              </a:ext>
            </a:extLst>
          </p:cNvPr>
          <p:cNvSpPr/>
          <p:nvPr/>
        </p:nvSpPr>
        <p:spPr>
          <a:xfrm>
            <a:off x="4211782" y="1274618"/>
            <a:ext cx="3315854" cy="2419927"/>
          </a:xfrm>
          <a:prstGeom prst="wedgeEllipseCallout">
            <a:avLst>
              <a:gd name="adj1" fmla="val -87964"/>
              <a:gd name="adj2" fmla="val -2032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Installer une barrière tout autour du trou pour empêcher l'approche.</a:t>
            </a:r>
          </a:p>
        </p:txBody>
      </p:sp>
      <p:sp>
        <p:nvSpPr>
          <p:cNvPr id="4" name="Game Home">
            <a:hlinkClick r:id="rId6" action="ppaction://hlinksldjump"/>
            <a:extLst>
              <a:ext uri="{FF2B5EF4-FFF2-40B4-BE49-F238E27FC236}">
                <a16:creationId xmlns:a16="http://schemas.microsoft.com/office/drawing/2014/main" id="{A8C4F8C6-8AC2-CA88-7FC5-59CB01EEFE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396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25D79C-6B99-8FFC-C65F-82FB92C4D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Une image contenant véhicule, capture d’écran, Véhicule terrestre, Modèle réduit&#10;&#10;Le contenu généré par l’IA peut être incorrect.">
            <a:extLst>
              <a:ext uri="{FF2B5EF4-FFF2-40B4-BE49-F238E27FC236}">
                <a16:creationId xmlns:a16="http://schemas.microsoft.com/office/drawing/2014/main" id="{7F99AAE4-98DE-4203-5605-2F581B2C005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331" y="0"/>
            <a:ext cx="9411337" cy="6858000"/>
          </a:xfrm>
          <a:prstGeom prst="rect">
            <a:avLst/>
          </a:prstGeom>
        </p:spPr>
      </p:pic>
      <p:pic>
        <p:nvPicPr>
          <p:cNvPr id="15" name="Symbole son" descr="Une image contenant triangle&#10;&#10;Le contenu généré par l’IA peut être incorrect.">
            <a:extLst>
              <a:ext uri="{FF2B5EF4-FFF2-40B4-BE49-F238E27FC236}">
                <a16:creationId xmlns:a16="http://schemas.microsoft.com/office/drawing/2014/main" id="{0B57683A-C105-0CD4-6C10-AAE1F0C9DE7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373" y="4058055"/>
            <a:ext cx="532995" cy="532995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orthographicFront">
              <a:rot lat="281866" lon="20202824" rev="1204218"/>
            </a:camera>
            <a:lightRig rig="threePt" dir="t"/>
          </a:scene3d>
        </p:spPr>
      </p:pic>
      <p:sp>
        <p:nvSpPr>
          <p:cNvPr id="2" name="Cache en bas">
            <a:extLst>
              <a:ext uri="{FF2B5EF4-FFF2-40B4-BE49-F238E27FC236}">
                <a16:creationId xmlns:a16="http://schemas.microsoft.com/office/drawing/2014/main" id="{7EB01180-EE72-BA73-023A-C79EC9157F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90331" y="6611112"/>
            <a:ext cx="2027318" cy="161163"/>
          </a:xfrm>
          <a:prstGeom prst="rect">
            <a:avLst/>
          </a:prstGeom>
          <a:solidFill>
            <a:srgbClr val="D7CBB4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Bulle narrative">
            <a:extLst>
              <a:ext uri="{FF2B5EF4-FFF2-40B4-BE49-F238E27FC236}">
                <a16:creationId xmlns:a16="http://schemas.microsoft.com/office/drawing/2014/main" id="{528A2F24-1D9F-6098-1D54-FEF2CB1E4AD1}"/>
              </a:ext>
            </a:extLst>
          </p:cNvPr>
          <p:cNvSpPr/>
          <p:nvPr/>
        </p:nvSpPr>
        <p:spPr>
          <a:xfrm>
            <a:off x="5144654" y="2743200"/>
            <a:ext cx="3315854" cy="2419927"/>
          </a:xfrm>
          <a:prstGeom prst="wedgeEllipseCallout">
            <a:avLst>
              <a:gd name="adj1" fmla="val -63452"/>
              <a:gd name="adj2" fmla="val -4704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La cohabitation entre un engin de chantier en mouvement et un piéton</a:t>
            </a:r>
          </a:p>
        </p:txBody>
      </p:sp>
    </p:spTree>
    <p:extLst>
      <p:ext uri="{BB962C8B-B14F-4D97-AF65-F5344CB8AC3E}">
        <p14:creationId xmlns:p14="http://schemas.microsoft.com/office/powerpoint/2010/main" val="338925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3825CE-51A9-EC75-6732-8081AEC08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Une image contenant véhicule, capture d’écran, Véhicule terrestre, Modèle réduit&#10;&#10;Le contenu généré par l’IA peut être incorrect.">
            <a:extLst>
              <a:ext uri="{FF2B5EF4-FFF2-40B4-BE49-F238E27FC236}">
                <a16:creationId xmlns:a16="http://schemas.microsoft.com/office/drawing/2014/main" id="{B246B93C-90A3-6F1D-A7B2-8DDF6E1AEC2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331" y="0"/>
            <a:ext cx="9411337" cy="6858000"/>
          </a:xfrm>
          <a:prstGeom prst="rect">
            <a:avLst/>
          </a:prstGeom>
        </p:spPr>
      </p:pic>
      <p:pic>
        <p:nvPicPr>
          <p:cNvPr id="15" name="Symbole son" descr="Une image contenant triangle&#10;&#10;Le contenu généré par l’IA peut être incorrect.">
            <a:extLst>
              <a:ext uri="{FF2B5EF4-FFF2-40B4-BE49-F238E27FC236}">
                <a16:creationId xmlns:a16="http://schemas.microsoft.com/office/drawing/2014/main" id="{058273EA-F788-17B6-7288-7608BB76B5E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373" y="4058055"/>
            <a:ext cx="532995" cy="532995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orthographicFront">
              <a:rot lat="281866" lon="20202824" rev="1204218"/>
            </a:camera>
            <a:lightRig rig="threePt" dir="t"/>
          </a:scene3d>
        </p:spPr>
      </p:pic>
      <p:sp>
        <p:nvSpPr>
          <p:cNvPr id="2" name="Cache en bas">
            <a:extLst>
              <a:ext uri="{FF2B5EF4-FFF2-40B4-BE49-F238E27FC236}">
                <a16:creationId xmlns:a16="http://schemas.microsoft.com/office/drawing/2014/main" id="{65EEDE10-41B8-EABC-579A-0DA07620E6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90331" y="6611112"/>
            <a:ext cx="2027318" cy="161163"/>
          </a:xfrm>
          <a:prstGeom prst="rect">
            <a:avLst/>
          </a:prstGeom>
          <a:solidFill>
            <a:srgbClr val="D7CBB4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Bulle narrative">
            <a:extLst>
              <a:ext uri="{FF2B5EF4-FFF2-40B4-BE49-F238E27FC236}">
                <a16:creationId xmlns:a16="http://schemas.microsoft.com/office/drawing/2014/main" id="{B26C4F45-64A3-BECC-0C3B-2C981D1A3848}"/>
              </a:ext>
            </a:extLst>
          </p:cNvPr>
          <p:cNvSpPr/>
          <p:nvPr/>
        </p:nvSpPr>
        <p:spPr>
          <a:xfrm>
            <a:off x="5144654" y="2743200"/>
            <a:ext cx="3315854" cy="2419927"/>
          </a:xfrm>
          <a:prstGeom prst="wedgeEllipseCallout">
            <a:avLst>
              <a:gd name="adj1" fmla="val -63452"/>
              <a:gd name="adj2" fmla="val -4704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Le heurt ou l'écrasement du piéton par le chargeur</a:t>
            </a:r>
          </a:p>
        </p:txBody>
      </p:sp>
    </p:spTree>
    <p:extLst>
      <p:ext uri="{BB962C8B-B14F-4D97-AF65-F5344CB8AC3E}">
        <p14:creationId xmlns:p14="http://schemas.microsoft.com/office/powerpoint/2010/main" val="2674745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E732A6-B750-07F3-670A-4B2BFF54F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Une image contenant véhicule, capture d’écran, Véhicule terrestre, Modèle réduit&#10;&#10;Le contenu généré par l’IA peut être incorrect.">
            <a:extLst>
              <a:ext uri="{FF2B5EF4-FFF2-40B4-BE49-F238E27FC236}">
                <a16:creationId xmlns:a16="http://schemas.microsoft.com/office/drawing/2014/main" id="{494BB8DB-7A74-07B7-1347-9564F1CE8F3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331" y="0"/>
            <a:ext cx="9411337" cy="6858000"/>
          </a:xfrm>
          <a:prstGeom prst="rect">
            <a:avLst/>
          </a:prstGeom>
        </p:spPr>
      </p:pic>
      <p:pic>
        <p:nvPicPr>
          <p:cNvPr id="15" name="Symbole son" descr="Une image contenant triangle&#10;&#10;Le contenu généré par l’IA peut être incorrect.">
            <a:extLst>
              <a:ext uri="{FF2B5EF4-FFF2-40B4-BE49-F238E27FC236}">
                <a16:creationId xmlns:a16="http://schemas.microsoft.com/office/drawing/2014/main" id="{A7C50B33-829E-E924-634E-C7C75C0BC91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373" y="4058055"/>
            <a:ext cx="532995" cy="532995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orthographicFront">
              <a:rot lat="281866" lon="20202824" rev="1204218"/>
            </a:camera>
            <a:lightRig rig="threePt" dir="t"/>
          </a:scene3d>
        </p:spPr>
      </p:pic>
      <p:sp>
        <p:nvSpPr>
          <p:cNvPr id="2" name="Cache en bas">
            <a:extLst>
              <a:ext uri="{FF2B5EF4-FFF2-40B4-BE49-F238E27FC236}">
                <a16:creationId xmlns:a16="http://schemas.microsoft.com/office/drawing/2014/main" id="{967C0679-1921-AE4C-2A7B-65441A6695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90331" y="6611112"/>
            <a:ext cx="2027318" cy="161163"/>
          </a:xfrm>
          <a:prstGeom prst="rect">
            <a:avLst/>
          </a:prstGeom>
          <a:solidFill>
            <a:srgbClr val="D7CBB4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Bulle narrative">
            <a:extLst>
              <a:ext uri="{FF2B5EF4-FFF2-40B4-BE49-F238E27FC236}">
                <a16:creationId xmlns:a16="http://schemas.microsoft.com/office/drawing/2014/main" id="{FD2222EF-7ACD-E76F-8E24-17909C084E03}"/>
              </a:ext>
            </a:extLst>
          </p:cNvPr>
          <p:cNvSpPr/>
          <p:nvPr/>
        </p:nvSpPr>
        <p:spPr>
          <a:xfrm>
            <a:off x="5144654" y="2743200"/>
            <a:ext cx="3315854" cy="2419927"/>
          </a:xfrm>
          <a:prstGeom prst="wedgeEllipseCallout">
            <a:avLst>
              <a:gd name="adj1" fmla="val -63452"/>
              <a:gd name="adj2" fmla="val -4704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Créer des voies de circulation distinctes pour les piétons</a:t>
            </a:r>
          </a:p>
        </p:txBody>
      </p:sp>
      <p:sp>
        <p:nvSpPr>
          <p:cNvPr id="4" name="Game Home">
            <a:hlinkClick r:id="rId5" action="ppaction://hlinksldjump"/>
            <a:extLst>
              <a:ext uri="{FF2B5EF4-FFF2-40B4-BE49-F238E27FC236}">
                <a16:creationId xmlns:a16="http://schemas.microsoft.com/office/drawing/2014/main" id="{3126C099-C1C9-434D-3810-755D7132DE7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0052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9AE7F6-4496-552C-1260-320569210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Une image contenant véhicule, capture d’écran, Véhicule terrestre, Modèle réduit&#10;&#10;Le contenu généré par l’IA peut être incorrect.">
            <a:extLst>
              <a:ext uri="{FF2B5EF4-FFF2-40B4-BE49-F238E27FC236}">
                <a16:creationId xmlns:a16="http://schemas.microsoft.com/office/drawing/2014/main" id="{2ABEDB7A-8808-84AC-C386-B7273E1C01E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331" y="0"/>
            <a:ext cx="9411337" cy="6858000"/>
          </a:xfrm>
          <a:prstGeom prst="rect">
            <a:avLst/>
          </a:prstGeom>
        </p:spPr>
      </p:pic>
      <p:pic>
        <p:nvPicPr>
          <p:cNvPr id="15" name="Symbole son" descr="Une image contenant triangle&#10;&#10;Le contenu généré par l’IA peut être incorrect.">
            <a:extLst>
              <a:ext uri="{FF2B5EF4-FFF2-40B4-BE49-F238E27FC236}">
                <a16:creationId xmlns:a16="http://schemas.microsoft.com/office/drawing/2014/main" id="{661A7493-CF8D-FCF0-8974-9D8FB67A768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373" y="4058055"/>
            <a:ext cx="532995" cy="532995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orthographicFront">
              <a:rot lat="281866" lon="20202824" rev="1204218"/>
            </a:camera>
            <a:lightRig rig="threePt" dir="t"/>
          </a:scene3d>
        </p:spPr>
      </p:pic>
      <p:sp>
        <p:nvSpPr>
          <p:cNvPr id="2" name="Cache en bas">
            <a:extLst>
              <a:ext uri="{FF2B5EF4-FFF2-40B4-BE49-F238E27FC236}">
                <a16:creationId xmlns:a16="http://schemas.microsoft.com/office/drawing/2014/main" id="{74379AA1-19CB-D6C8-DB7A-0C976E3236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90331" y="6611112"/>
            <a:ext cx="2027318" cy="161163"/>
          </a:xfrm>
          <a:prstGeom prst="rect">
            <a:avLst/>
          </a:prstGeom>
          <a:solidFill>
            <a:srgbClr val="D7CBB4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Bulle narrative">
            <a:extLst>
              <a:ext uri="{FF2B5EF4-FFF2-40B4-BE49-F238E27FC236}">
                <a16:creationId xmlns:a16="http://schemas.microsoft.com/office/drawing/2014/main" id="{32F5219F-4C42-98FA-BEB5-0139BC3C24BD}"/>
              </a:ext>
            </a:extLst>
          </p:cNvPr>
          <p:cNvSpPr/>
          <p:nvPr/>
        </p:nvSpPr>
        <p:spPr>
          <a:xfrm>
            <a:off x="5144654" y="2743200"/>
            <a:ext cx="3315854" cy="2419927"/>
          </a:xfrm>
          <a:prstGeom prst="wedgeEllipseCallout">
            <a:avLst>
              <a:gd name="adj1" fmla="val -5071"/>
              <a:gd name="adj2" fmla="val -7276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La présence d'un opérateur à l'arrière pendant qu'une pince mécanique charge des gravats.</a:t>
            </a:r>
          </a:p>
        </p:txBody>
      </p:sp>
    </p:spTree>
    <p:extLst>
      <p:ext uri="{BB962C8B-B14F-4D97-AF65-F5344CB8AC3E}">
        <p14:creationId xmlns:p14="http://schemas.microsoft.com/office/powerpoint/2010/main" val="2780854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plein air, ciel, arbre, construction&#10;&#10;Le contenu généré par l’IA peut être incorrect.">
            <a:extLst>
              <a:ext uri="{FF2B5EF4-FFF2-40B4-BE49-F238E27FC236}">
                <a16:creationId xmlns:a16="http://schemas.microsoft.com/office/drawing/2014/main" id="{140B16CC-9770-DA64-6C12-498E2B774F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631"/>
          <a:stretch>
            <a:fillRect/>
          </a:stretch>
        </p:blipFill>
        <p:spPr>
          <a:xfrm>
            <a:off x="1088442" y="0"/>
            <a:ext cx="10015115" cy="684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971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80250C-A386-A7EC-EF52-8220468A3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Une image contenant véhicule, capture d’écran, Véhicule terrestre, Modèle réduit&#10;&#10;Le contenu généré par l’IA peut être incorrect.">
            <a:extLst>
              <a:ext uri="{FF2B5EF4-FFF2-40B4-BE49-F238E27FC236}">
                <a16:creationId xmlns:a16="http://schemas.microsoft.com/office/drawing/2014/main" id="{6570B1DD-BBD8-4886-1734-A16A4F51C8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331" y="0"/>
            <a:ext cx="9411337" cy="6858000"/>
          </a:xfrm>
          <a:prstGeom prst="rect">
            <a:avLst/>
          </a:prstGeom>
        </p:spPr>
      </p:pic>
      <p:pic>
        <p:nvPicPr>
          <p:cNvPr id="15" name="Symbole son" descr="Une image contenant triangle&#10;&#10;Le contenu généré par l’IA peut être incorrect.">
            <a:extLst>
              <a:ext uri="{FF2B5EF4-FFF2-40B4-BE49-F238E27FC236}">
                <a16:creationId xmlns:a16="http://schemas.microsoft.com/office/drawing/2014/main" id="{E7E3AAAE-9E84-9E8E-3431-BEB174F8904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373" y="4058055"/>
            <a:ext cx="532995" cy="532995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orthographicFront">
              <a:rot lat="281866" lon="20202824" rev="1204218"/>
            </a:camera>
            <a:lightRig rig="threePt" dir="t"/>
          </a:scene3d>
        </p:spPr>
      </p:pic>
      <p:sp>
        <p:nvSpPr>
          <p:cNvPr id="2" name="Cache en bas">
            <a:extLst>
              <a:ext uri="{FF2B5EF4-FFF2-40B4-BE49-F238E27FC236}">
                <a16:creationId xmlns:a16="http://schemas.microsoft.com/office/drawing/2014/main" id="{9F2F9470-1401-F3F9-48C6-E726BED7737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90331" y="6611112"/>
            <a:ext cx="2027318" cy="161163"/>
          </a:xfrm>
          <a:prstGeom prst="rect">
            <a:avLst/>
          </a:prstGeom>
          <a:solidFill>
            <a:srgbClr val="D7CBB4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Bulle narrative">
            <a:extLst>
              <a:ext uri="{FF2B5EF4-FFF2-40B4-BE49-F238E27FC236}">
                <a16:creationId xmlns:a16="http://schemas.microsoft.com/office/drawing/2014/main" id="{054AA805-43BD-5A95-7B6F-FD7A255D3175}"/>
              </a:ext>
            </a:extLst>
          </p:cNvPr>
          <p:cNvSpPr/>
          <p:nvPr/>
        </p:nvSpPr>
        <p:spPr>
          <a:xfrm>
            <a:off x="5144654" y="2743200"/>
            <a:ext cx="3315854" cy="2419927"/>
          </a:xfrm>
          <a:prstGeom prst="wedgeEllipseCallout">
            <a:avLst>
              <a:gd name="adj1" fmla="val -5071"/>
              <a:gd name="adj2" fmla="val -7276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Le heurt ou l'écrasement par la chute de matériaux</a:t>
            </a:r>
          </a:p>
        </p:txBody>
      </p:sp>
    </p:spTree>
    <p:extLst>
      <p:ext uri="{BB962C8B-B14F-4D97-AF65-F5344CB8AC3E}">
        <p14:creationId xmlns:p14="http://schemas.microsoft.com/office/powerpoint/2010/main" val="1068949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EDD768-CFA3-63F8-6392-79BC218BA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Une image contenant véhicule, capture d’écran, Véhicule terrestre, Modèle réduit&#10;&#10;Le contenu généré par l’IA peut être incorrect.">
            <a:extLst>
              <a:ext uri="{FF2B5EF4-FFF2-40B4-BE49-F238E27FC236}">
                <a16:creationId xmlns:a16="http://schemas.microsoft.com/office/drawing/2014/main" id="{7A29E451-63E7-47FE-017F-BFD1C6E4D14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331" y="0"/>
            <a:ext cx="9411337" cy="6858000"/>
          </a:xfrm>
          <a:prstGeom prst="rect">
            <a:avLst/>
          </a:prstGeom>
        </p:spPr>
      </p:pic>
      <p:pic>
        <p:nvPicPr>
          <p:cNvPr id="15" name="Symbole son" descr="Une image contenant triangle&#10;&#10;Le contenu généré par l’IA peut être incorrect.">
            <a:extLst>
              <a:ext uri="{FF2B5EF4-FFF2-40B4-BE49-F238E27FC236}">
                <a16:creationId xmlns:a16="http://schemas.microsoft.com/office/drawing/2014/main" id="{1B600744-D960-E9A4-462E-CEBDD661A6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373" y="4058055"/>
            <a:ext cx="532995" cy="532995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orthographicFront">
              <a:rot lat="281866" lon="20202824" rev="1204218"/>
            </a:camera>
            <a:lightRig rig="threePt" dir="t"/>
          </a:scene3d>
        </p:spPr>
      </p:pic>
      <p:sp>
        <p:nvSpPr>
          <p:cNvPr id="2" name="Cache en bas">
            <a:extLst>
              <a:ext uri="{FF2B5EF4-FFF2-40B4-BE49-F238E27FC236}">
                <a16:creationId xmlns:a16="http://schemas.microsoft.com/office/drawing/2014/main" id="{4D7EED3D-F875-1193-83BA-84038CAC9F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90331" y="6611112"/>
            <a:ext cx="2027318" cy="161163"/>
          </a:xfrm>
          <a:prstGeom prst="rect">
            <a:avLst/>
          </a:prstGeom>
          <a:solidFill>
            <a:srgbClr val="D7CBB4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Bulle narrative">
            <a:extLst>
              <a:ext uri="{FF2B5EF4-FFF2-40B4-BE49-F238E27FC236}">
                <a16:creationId xmlns:a16="http://schemas.microsoft.com/office/drawing/2014/main" id="{90F8921B-3AA4-A95D-DEE9-7EFC84137004}"/>
              </a:ext>
            </a:extLst>
          </p:cNvPr>
          <p:cNvSpPr/>
          <p:nvPr/>
        </p:nvSpPr>
        <p:spPr>
          <a:xfrm>
            <a:off x="5144654" y="2743200"/>
            <a:ext cx="3315854" cy="2419927"/>
          </a:xfrm>
          <a:prstGeom prst="wedgeEllipseCallout">
            <a:avLst>
              <a:gd name="adj1" fmla="val -5071"/>
              <a:gd name="adj2" fmla="val -7276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Établir une zone d'exclusion autour du camion</a:t>
            </a:r>
          </a:p>
        </p:txBody>
      </p:sp>
      <p:sp>
        <p:nvSpPr>
          <p:cNvPr id="4" name="Game Home">
            <a:hlinkClick r:id="rId5" action="ppaction://hlinksldjump"/>
            <a:extLst>
              <a:ext uri="{FF2B5EF4-FFF2-40B4-BE49-F238E27FC236}">
                <a16:creationId xmlns:a16="http://schemas.microsoft.com/office/drawing/2014/main" id="{13451AE9-1A39-FE54-86C1-CA4866F34FF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3826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152067-08F5-A4BD-4147-5E329D33D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Une image contenant véhicule, capture d’écran, Véhicule terrestre, Modèle réduit&#10;&#10;Le contenu généré par l’IA peut être incorrect.">
            <a:extLst>
              <a:ext uri="{FF2B5EF4-FFF2-40B4-BE49-F238E27FC236}">
                <a16:creationId xmlns:a16="http://schemas.microsoft.com/office/drawing/2014/main" id="{C3897A32-5EAB-5501-9B39-646353A387C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331" y="0"/>
            <a:ext cx="9411337" cy="6858000"/>
          </a:xfrm>
          <a:prstGeom prst="rect">
            <a:avLst/>
          </a:prstGeom>
        </p:spPr>
      </p:pic>
      <p:pic>
        <p:nvPicPr>
          <p:cNvPr id="15" name="Symbole son" descr="Une image contenant triangle&#10;&#10;Le contenu généré par l’IA peut être incorrect.">
            <a:extLst>
              <a:ext uri="{FF2B5EF4-FFF2-40B4-BE49-F238E27FC236}">
                <a16:creationId xmlns:a16="http://schemas.microsoft.com/office/drawing/2014/main" id="{139D2298-69CB-3627-D179-D3C6379C02F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373" y="4058055"/>
            <a:ext cx="532995" cy="532995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orthographicFront">
              <a:rot lat="281866" lon="20202824" rev="1204218"/>
            </a:camera>
            <a:lightRig rig="threePt" dir="t"/>
          </a:scene3d>
        </p:spPr>
      </p:pic>
      <p:sp>
        <p:nvSpPr>
          <p:cNvPr id="2" name="Cache en bas">
            <a:extLst>
              <a:ext uri="{FF2B5EF4-FFF2-40B4-BE49-F238E27FC236}">
                <a16:creationId xmlns:a16="http://schemas.microsoft.com/office/drawing/2014/main" id="{8D3C1E50-3B99-556B-A6B1-A6AB087878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90331" y="6611112"/>
            <a:ext cx="2027318" cy="161163"/>
          </a:xfrm>
          <a:prstGeom prst="rect">
            <a:avLst/>
          </a:prstGeom>
          <a:solidFill>
            <a:srgbClr val="D7CBB4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Bulle narrative">
            <a:extLst>
              <a:ext uri="{FF2B5EF4-FFF2-40B4-BE49-F238E27FC236}">
                <a16:creationId xmlns:a16="http://schemas.microsoft.com/office/drawing/2014/main" id="{52C8CBEB-65E3-5EE6-9633-818EC18698A8}"/>
              </a:ext>
            </a:extLst>
          </p:cNvPr>
          <p:cNvSpPr/>
          <p:nvPr/>
        </p:nvSpPr>
        <p:spPr>
          <a:xfrm>
            <a:off x="7148552" y="4058055"/>
            <a:ext cx="3315854" cy="2419927"/>
          </a:xfrm>
          <a:prstGeom prst="wedgeEllipseCallout">
            <a:avLst>
              <a:gd name="adj1" fmla="val -50836"/>
              <a:gd name="adj2" fmla="val -6312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L'encombrement des voies de circulation</a:t>
            </a:r>
          </a:p>
        </p:txBody>
      </p:sp>
    </p:spTree>
    <p:extLst>
      <p:ext uri="{BB962C8B-B14F-4D97-AF65-F5344CB8AC3E}">
        <p14:creationId xmlns:p14="http://schemas.microsoft.com/office/powerpoint/2010/main" val="2655367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 4" descr="Une image contenant chaussures, intérieur, habits, sol&#10;&#10;Le contenu généré par l’IA peut être incorrect.">
            <a:extLst>
              <a:ext uri="{FF2B5EF4-FFF2-40B4-BE49-F238E27FC236}">
                <a16:creationId xmlns:a16="http://schemas.microsoft.com/office/drawing/2014/main" id="{DF5DDA8C-ED4D-E380-9216-36E37C6A01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423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2AF198-3DF6-8D78-27CA-03697E13D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Une image contenant véhicule, capture d’écran, Véhicule terrestre, Modèle réduit&#10;&#10;Le contenu généré par l’IA peut être incorrect.">
            <a:extLst>
              <a:ext uri="{FF2B5EF4-FFF2-40B4-BE49-F238E27FC236}">
                <a16:creationId xmlns:a16="http://schemas.microsoft.com/office/drawing/2014/main" id="{C373CF03-3397-9EC7-E4D9-8C44C1E7826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331" y="0"/>
            <a:ext cx="9411337" cy="6858000"/>
          </a:xfrm>
          <a:prstGeom prst="rect">
            <a:avLst/>
          </a:prstGeom>
        </p:spPr>
      </p:pic>
      <p:pic>
        <p:nvPicPr>
          <p:cNvPr id="15" name="Symbole son" descr="Une image contenant triangle&#10;&#10;Le contenu généré par l’IA peut être incorrect.">
            <a:extLst>
              <a:ext uri="{FF2B5EF4-FFF2-40B4-BE49-F238E27FC236}">
                <a16:creationId xmlns:a16="http://schemas.microsoft.com/office/drawing/2014/main" id="{E3698AE5-2ACA-A05B-22E7-08E4F5A9316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373" y="4058055"/>
            <a:ext cx="532995" cy="532995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orthographicFront">
              <a:rot lat="281866" lon="20202824" rev="1204218"/>
            </a:camera>
            <a:lightRig rig="threePt" dir="t"/>
          </a:scene3d>
        </p:spPr>
      </p:pic>
      <p:sp>
        <p:nvSpPr>
          <p:cNvPr id="2" name="Cache en bas">
            <a:extLst>
              <a:ext uri="{FF2B5EF4-FFF2-40B4-BE49-F238E27FC236}">
                <a16:creationId xmlns:a16="http://schemas.microsoft.com/office/drawing/2014/main" id="{DD1AB271-BA68-12FD-1A79-A0B46A8B2D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90331" y="6611112"/>
            <a:ext cx="2027318" cy="161163"/>
          </a:xfrm>
          <a:prstGeom prst="rect">
            <a:avLst/>
          </a:prstGeom>
          <a:solidFill>
            <a:srgbClr val="D7CBB4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Bulle narrative">
            <a:extLst>
              <a:ext uri="{FF2B5EF4-FFF2-40B4-BE49-F238E27FC236}">
                <a16:creationId xmlns:a16="http://schemas.microsoft.com/office/drawing/2014/main" id="{A1E88DC0-689B-4E74-3BE4-EA398F08B7D7}"/>
              </a:ext>
            </a:extLst>
          </p:cNvPr>
          <p:cNvSpPr/>
          <p:nvPr/>
        </p:nvSpPr>
        <p:spPr>
          <a:xfrm>
            <a:off x="7148552" y="4058055"/>
            <a:ext cx="3315854" cy="2419927"/>
          </a:xfrm>
          <a:prstGeom prst="wedgeEllipseCallout">
            <a:avLst>
              <a:gd name="adj1" fmla="val -50836"/>
              <a:gd name="adj2" fmla="val -6312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La chute de plain-pied</a:t>
            </a:r>
          </a:p>
        </p:txBody>
      </p:sp>
    </p:spTree>
    <p:extLst>
      <p:ext uri="{BB962C8B-B14F-4D97-AF65-F5344CB8AC3E}">
        <p14:creationId xmlns:p14="http://schemas.microsoft.com/office/powerpoint/2010/main" val="1771679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15E780-1A60-96A1-3D61-FECAAB183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Une image contenant véhicule, capture d’écran, Véhicule terrestre, Modèle réduit&#10;&#10;Le contenu généré par l’IA peut être incorrect.">
            <a:extLst>
              <a:ext uri="{FF2B5EF4-FFF2-40B4-BE49-F238E27FC236}">
                <a16:creationId xmlns:a16="http://schemas.microsoft.com/office/drawing/2014/main" id="{228B0BFD-135D-49AB-28D4-20B454F752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331" y="0"/>
            <a:ext cx="9411337" cy="6858000"/>
          </a:xfrm>
          <a:prstGeom prst="rect">
            <a:avLst/>
          </a:prstGeom>
        </p:spPr>
      </p:pic>
      <p:pic>
        <p:nvPicPr>
          <p:cNvPr id="15" name="Symbole son" descr="Une image contenant triangle&#10;&#10;Le contenu généré par l’IA peut être incorrect.">
            <a:extLst>
              <a:ext uri="{FF2B5EF4-FFF2-40B4-BE49-F238E27FC236}">
                <a16:creationId xmlns:a16="http://schemas.microsoft.com/office/drawing/2014/main" id="{CA1733D7-58CC-353A-BB62-1EA0FD2CCB1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373" y="4058055"/>
            <a:ext cx="532995" cy="532995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orthographicFront">
              <a:rot lat="281866" lon="20202824" rev="1204218"/>
            </a:camera>
            <a:lightRig rig="threePt" dir="t"/>
          </a:scene3d>
        </p:spPr>
      </p:pic>
      <p:sp>
        <p:nvSpPr>
          <p:cNvPr id="2" name="Cache en bas">
            <a:extLst>
              <a:ext uri="{FF2B5EF4-FFF2-40B4-BE49-F238E27FC236}">
                <a16:creationId xmlns:a16="http://schemas.microsoft.com/office/drawing/2014/main" id="{D2F40033-30F0-92A4-9CF2-13804CD10C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90331" y="6611112"/>
            <a:ext cx="2027318" cy="161163"/>
          </a:xfrm>
          <a:prstGeom prst="rect">
            <a:avLst/>
          </a:prstGeom>
          <a:solidFill>
            <a:srgbClr val="D7CBB4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Bulle narrative">
            <a:extLst>
              <a:ext uri="{FF2B5EF4-FFF2-40B4-BE49-F238E27FC236}">
                <a16:creationId xmlns:a16="http://schemas.microsoft.com/office/drawing/2014/main" id="{2489F426-9F0B-E0DE-2BA0-B5A6E89C847C}"/>
              </a:ext>
            </a:extLst>
          </p:cNvPr>
          <p:cNvSpPr/>
          <p:nvPr/>
        </p:nvSpPr>
        <p:spPr>
          <a:xfrm>
            <a:off x="7148552" y="4058055"/>
            <a:ext cx="3315854" cy="2419927"/>
          </a:xfrm>
          <a:prstGeom prst="wedgeEllipseCallout">
            <a:avLst>
              <a:gd name="adj1" fmla="val -50836"/>
              <a:gd name="adj2" fmla="val -6312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Maintenir les zones de passage propres et dégagées</a:t>
            </a:r>
          </a:p>
        </p:txBody>
      </p:sp>
      <p:sp>
        <p:nvSpPr>
          <p:cNvPr id="4" name="Game Home">
            <a:hlinkClick r:id="rId5" action="ppaction://hlinksldjump"/>
            <a:extLst>
              <a:ext uri="{FF2B5EF4-FFF2-40B4-BE49-F238E27FC236}">
                <a16:creationId xmlns:a16="http://schemas.microsoft.com/office/drawing/2014/main" id="{8EE38140-B774-7EE7-223B-C32D2D03BA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62186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C3F90-2E98-64AF-31B9-4722BC1F0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Une image contenant véhicule, capture d’écran, Véhicule terrestre, Modèle réduit&#10;&#10;Le contenu généré par l’IA peut être incorrect.">
            <a:extLst>
              <a:ext uri="{FF2B5EF4-FFF2-40B4-BE49-F238E27FC236}">
                <a16:creationId xmlns:a16="http://schemas.microsoft.com/office/drawing/2014/main" id="{84448C13-95BF-9DC8-3FE7-0F979E5C7AD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331" y="0"/>
            <a:ext cx="9411337" cy="6858000"/>
          </a:xfrm>
          <a:prstGeom prst="rect">
            <a:avLst/>
          </a:prstGeom>
        </p:spPr>
      </p:pic>
      <p:pic>
        <p:nvPicPr>
          <p:cNvPr id="15" name="Symbole son" descr="Une image contenant triangle&#10;&#10;Le contenu généré par l’IA peut être incorrect.">
            <a:extLst>
              <a:ext uri="{FF2B5EF4-FFF2-40B4-BE49-F238E27FC236}">
                <a16:creationId xmlns:a16="http://schemas.microsoft.com/office/drawing/2014/main" id="{7ADE43D8-0105-3430-AC47-1085C12A10F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373" y="4058055"/>
            <a:ext cx="532995" cy="532995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orthographicFront">
              <a:rot lat="281866" lon="20202824" rev="1204218"/>
            </a:camera>
            <a:lightRig rig="threePt" dir="t"/>
          </a:scene3d>
        </p:spPr>
      </p:pic>
      <p:sp>
        <p:nvSpPr>
          <p:cNvPr id="2" name="Cache en bas">
            <a:extLst>
              <a:ext uri="{FF2B5EF4-FFF2-40B4-BE49-F238E27FC236}">
                <a16:creationId xmlns:a16="http://schemas.microsoft.com/office/drawing/2014/main" id="{C8983B0A-ABCE-AEA6-DA22-79BAFDD792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90331" y="6611112"/>
            <a:ext cx="2027318" cy="161163"/>
          </a:xfrm>
          <a:prstGeom prst="rect">
            <a:avLst/>
          </a:prstGeom>
          <a:solidFill>
            <a:srgbClr val="D7CBB4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Bulle narrative">
            <a:extLst>
              <a:ext uri="{FF2B5EF4-FFF2-40B4-BE49-F238E27FC236}">
                <a16:creationId xmlns:a16="http://schemas.microsoft.com/office/drawing/2014/main" id="{07E1D13B-51DD-94AC-FE8D-3B4815FB8C7C}"/>
              </a:ext>
            </a:extLst>
          </p:cNvPr>
          <p:cNvSpPr/>
          <p:nvPr/>
        </p:nvSpPr>
        <p:spPr>
          <a:xfrm>
            <a:off x="5227591" y="1793788"/>
            <a:ext cx="3315854" cy="2419927"/>
          </a:xfrm>
          <a:prstGeom prst="wedgeEllipseCallout">
            <a:avLst>
              <a:gd name="adj1" fmla="val 40251"/>
              <a:gd name="adj2" fmla="val -6770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Position inclinée</a:t>
            </a:r>
          </a:p>
        </p:txBody>
      </p:sp>
    </p:spTree>
    <p:extLst>
      <p:ext uri="{BB962C8B-B14F-4D97-AF65-F5344CB8AC3E}">
        <p14:creationId xmlns:p14="http://schemas.microsoft.com/office/powerpoint/2010/main" val="40534885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 4" descr="Une image contenant habits, sol, personne, pompier&#10;&#10;Le contenu généré par l’IA peut être incorrect.">
            <a:extLst>
              <a:ext uri="{FF2B5EF4-FFF2-40B4-BE49-F238E27FC236}">
                <a16:creationId xmlns:a16="http://schemas.microsoft.com/office/drawing/2014/main" id="{1F69FCC9-CF77-405C-B8D5-74C59BB067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5" r="8134" b="19"/>
          <a:stretch>
            <a:fillRect/>
          </a:stretch>
        </p:blipFill>
        <p:spPr>
          <a:xfrm>
            <a:off x="979251" y="0"/>
            <a:ext cx="10233498" cy="686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8643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0A7F71-95FD-E23B-7E16-E6BCAAFA4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Une image contenant véhicule, capture d’écran, Véhicule terrestre, Modèle réduit&#10;&#10;Le contenu généré par l’IA peut être incorrect.">
            <a:extLst>
              <a:ext uri="{FF2B5EF4-FFF2-40B4-BE49-F238E27FC236}">
                <a16:creationId xmlns:a16="http://schemas.microsoft.com/office/drawing/2014/main" id="{AC9FA9F6-79D5-8CCD-E1E8-C777E5D402F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331" y="0"/>
            <a:ext cx="9411337" cy="6858000"/>
          </a:xfrm>
          <a:prstGeom prst="rect">
            <a:avLst/>
          </a:prstGeom>
        </p:spPr>
      </p:pic>
      <p:pic>
        <p:nvPicPr>
          <p:cNvPr id="15" name="Symbole son" descr="Une image contenant triangle&#10;&#10;Le contenu généré par l’IA peut être incorrect.">
            <a:extLst>
              <a:ext uri="{FF2B5EF4-FFF2-40B4-BE49-F238E27FC236}">
                <a16:creationId xmlns:a16="http://schemas.microsoft.com/office/drawing/2014/main" id="{73B63E2E-3A56-2F85-5EB2-295FFA0A662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373" y="4058055"/>
            <a:ext cx="532995" cy="532995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orthographicFront">
              <a:rot lat="281866" lon="20202824" rev="1204218"/>
            </a:camera>
            <a:lightRig rig="threePt" dir="t"/>
          </a:scene3d>
        </p:spPr>
      </p:pic>
      <p:sp>
        <p:nvSpPr>
          <p:cNvPr id="2" name="Cache en bas">
            <a:extLst>
              <a:ext uri="{FF2B5EF4-FFF2-40B4-BE49-F238E27FC236}">
                <a16:creationId xmlns:a16="http://schemas.microsoft.com/office/drawing/2014/main" id="{3B9D71AB-CCDE-04E5-203C-74D54CFED2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90331" y="6611112"/>
            <a:ext cx="2027318" cy="161163"/>
          </a:xfrm>
          <a:prstGeom prst="rect">
            <a:avLst/>
          </a:prstGeom>
          <a:solidFill>
            <a:srgbClr val="D7CBB4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Bulle narrative">
            <a:extLst>
              <a:ext uri="{FF2B5EF4-FFF2-40B4-BE49-F238E27FC236}">
                <a16:creationId xmlns:a16="http://schemas.microsoft.com/office/drawing/2014/main" id="{8BEFD45F-5611-D29E-A2EE-B90A34B041E8}"/>
              </a:ext>
            </a:extLst>
          </p:cNvPr>
          <p:cNvSpPr/>
          <p:nvPr/>
        </p:nvSpPr>
        <p:spPr>
          <a:xfrm>
            <a:off x="5227591" y="1793788"/>
            <a:ext cx="3315854" cy="2419927"/>
          </a:xfrm>
          <a:prstGeom prst="wedgeEllipseCallout">
            <a:avLst>
              <a:gd name="adj1" fmla="val 40251"/>
              <a:gd name="adj2" fmla="val -6770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Troubles </a:t>
            </a:r>
            <a:r>
              <a:rPr lang="fr-FR" dirty="0" err="1"/>
              <a:t>Musculo-Squelettiques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020681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F2FBA7-0C95-3018-10AA-11C8059BD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Une image contenant véhicule, capture d’écran, Véhicule terrestre, Modèle réduit&#10;&#10;Le contenu généré par l’IA peut être incorrect.">
            <a:extLst>
              <a:ext uri="{FF2B5EF4-FFF2-40B4-BE49-F238E27FC236}">
                <a16:creationId xmlns:a16="http://schemas.microsoft.com/office/drawing/2014/main" id="{C8755E6B-B4B2-9F68-9AA1-1FDEE5FBB69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331" y="0"/>
            <a:ext cx="9411337" cy="6858000"/>
          </a:xfrm>
          <a:prstGeom prst="rect">
            <a:avLst/>
          </a:prstGeom>
        </p:spPr>
      </p:pic>
      <p:pic>
        <p:nvPicPr>
          <p:cNvPr id="15" name="Symbole son" descr="Une image contenant triangle&#10;&#10;Le contenu généré par l’IA peut être incorrect.">
            <a:extLst>
              <a:ext uri="{FF2B5EF4-FFF2-40B4-BE49-F238E27FC236}">
                <a16:creationId xmlns:a16="http://schemas.microsoft.com/office/drawing/2014/main" id="{1264C65A-8A31-2AAE-5FA6-10C5AAA961A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373" y="4058055"/>
            <a:ext cx="532995" cy="532995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orthographicFront">
              <a:rot lat="281866" lon="20202824" rev="1204218"/>
            </a:camera>
            <a:lightRig rig="threePt" dir="t"/>
          </a:scene3d>
        </p:spPr>
      </p:pic>
      <p:sp>
        <p:nvSpPr>
          <p:cNvPr id="2" name="Cache en bas">
            <a:extLst>
              <a:ext uri="{FF2B5EF4-FFF2-40B4-BE49-F238E27FC236}">
                <a16:creationId xmlns:a16="http://schemas.microsoft.com/office/drawing/2014/main" id="{F3C32FBD-4DF0-6544-634D-EBF1518653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90331" y="6611112"/>
            <a:ext cx="2027318" cy="161163"/>
          </a:xfrm>
          <a:prstGeom prst="rect">
            <a:avLst/>
          </a:prstGeom>
          <a:solidFill>
            <a:srgbClr val="D7CBB4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Bulle narrative">
            <a:extLst>
              <a:ext uri="{FF2B5EF4-FFF2-40B4-BE49-F238E27FC236}">
                <a16:creationId xmlns:a16="http://schemas.microsoft.com/office/drawing/2014/main" id="{F07D8AB3-D46A-AF94-2A9B-4D11A3F6F9C2}"/>
              </a:ext>
            </a:extLst>
          </p:cNvPr>
          <p:cNvSpPr/>
          <p:nvPr/>
        </p:nvSpPr>
        <p:spPr>
          <a:xfrm>
            <a:off x="5227591" y="1793788"/>
            <a:ext cx="3315854" cy="2419927"/>
          </a:xfrm>
          <a:prstGeom prst="wedgeEllipseCallout">
            <a:avLst>
              <a:gd name="adj1" fmla="val 40251"/>
              <a:gd name="adj2" fmla="val -6770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Aménager le poste de travail pour travailler à hauteur d'homme</a:t>
            </a:r>
          </a:p>
        </p:txBody>
      </p:sp>
      <p:sp>
        <p:nvSpPr>
          <p:cNvPr id="4" name="Game Home">
            <a:hlinkClick r:id="rId5" action="ppaction://hlinksldjump"/>
            <a:extLst>
              <a:ext uri="{FF2B5EF4-FFF2-40B4-BE49-F238E27FC236}">
                <a16:creationId xmlns:a16="http://schemas.microsoft.com/office/drawing/2014/main" id="{3944E957-DF55-FD4E-FA63-9B8B2B8D98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89566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F40F2B-8F09-59F3-2ADB-94198A651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Une image contenant véhicule, capture d’écran, Véhicule terrestre, Modèle réduit&#10;&#10;Le contenu généré par l’IA peut être incorrect.">
            <a:extLst>
              <a:ext uri="{FF2B5EF4-FFF2-40B4-BE49-F238E27FC236}">
                <a16:creationId xmlns:a16="http://schemas.microsoft.com/office/drawing/2014/main" id="{36AA89A3-75E2-CF00-7B39-441FE196952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331" y="0"/>
            <a:ext cx="9411337" cy="6858000"/>
          </a:xfrm>
          <a:prstGeom prst="rect">
            <a:avLst/>
          </a:prstGeom>
        </p:spPr>
      </p:pic>
      <p:pic>
        <p:nvPicPr>
          <p:cNvPr id="15" name="Symbole son" descr="Une image contenant triangle&#10;&#10;Le contenu généré par l’IA peut être incorrect.">
            <a:extLst>
              <a:ext uri="{FF2B5EF4-FFF2-40B4-BE49-F238E27FC236}">
                <a16:creationId xmlns:a16="http://schemas.microsoft.com/office/drawing/2014/main" id="{46C257CD-CB67-8BA9-D13B-C815969B8C5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373" y="4058055"/>
            <a:ext cx="532995" cy="532995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orthographicFront">
              <a:rot lat="281866" lon="20202824" rev="1204218"/>
            </a:camera>
            <a:lightRig rig="threePt" dir="t"/>
          </a:scene3d>
        </p:spPr>
      </p:pic>
      <p:sp>
        <p:nvSpPr>
          <p:cNvPr id="2" name="Cache en bas">
            <a:extLst>
              <a:ext uri="{FF2B5EF4-FFF2-40B4-BE49-F238E27FC236}">
                <a16:creationId xmlns:a16="http://schemas.microsoft.com/office/drawing/2014/main" id="{12AF5E7F-F4BA-73B8-DCE2-D328EEC381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90331" y="6611112"/>
            <a:ext cx="2027318" cy="161163"/>
          </a:xfrm>
          <a:prstGeom prst="rect">
            <a:avLst/>
          </a:prstGeom>
          <a:solidFill>
            <a:srgbClr val="D7CBB4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Bulle narrative">
            <a:extLst>
              <a:ext uri="{FF2B5EF4-FFF2-40B4-BE49-F238E27FC236}">
                <a16:creationId xmlns:a16="http://schemas.microsoft.com/office/drawing/2014/main" id="{A9A70339-4016-9C2A-A1A3-137FAF5ACE84}"/>
              </a:ext>
            </a:extLst>
          </p:cNvPr>
          <p:cNvSpPr/>
          <p:nvPr/>
        </p:nvSpPr>
        <p:spPr>
          <a:xfrm>
            <a:off x="5227591" y="3429000"/>
            <a:ext cx="3315854" cy="2419927"/>
          </a:xfrm>
          <a:prstGeom prst="wedgeEllipseCallout">
            <a:avLst>
              <a:gd name="adj1" fmla="val -111281"/>
              <a:gd name="adj2" fmla="val -510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Exposition à des niveaux sonores élevés</a:t>
            </a:r>
          </a:p>
        </p:txBody>
      </p:sp>
    </p:spTree>
    <p:extLst>
      <p:ext uri="{BB962C8B-B14F-4D97-AF65-F5344CB8AC3E}">
        <p14:creationId xmlns:p14="http://schemas.microsoft.com/office/powerpoint/2010/main" val="6311476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61522E-3B9A-CED3-E4B6-52C68B9C8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Une image contenant véhicule, capture d’écran, Véhicule terrestre, Modèle réduit&#10;&#10;Le contenu généré par l’IA peut être incorrect.">
            <a:extLst>
              <a:ext uri="{FF2B5EF4-FFF2-40B4-BE49-F238E27FC236}">
                <a16:creationId xmlns:a16="http://schemas.microsoft.com/office/drawing/2014/main" id="{186DE582-44C2-977B-2FC1-C5D900C3CC1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331" y="0"/>
            <a:ext cx="9411337" cy="6858000"/>
          </a:xfrm>
          <a:prstGeom prst="rect">
            <a:avLst/>
          </a:prstGeom>
        </p:spPr>
      </p:pic>
      <p:pic>
        <p:nvPicPr>
          <p:cNvPr id="15" name="Symbole son" descr="Une image contenant triangle&#10;&#10;Le contenu généré par l’IA peut être incorrect.">
            <a:extLst>
              <a:ext uri="{FF2B5EF4-FFF2-40B4-BE49-F238E27FC236}">
                <a16:creationId xmlns:a16="http://schemas.microsoft.com/office/drawing/2014/main" id="{0103DA7E-AC99-4D1A-78BD-88470B10D6A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373" y="4058055"/>
            <a:ext cx="532995" cy="532995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orthographicFront">
              <a:rot lat="281866" lon="20202824" rev="1204218"/>
            </a:camera>
            <a:lightRig rig="threePt" dir="t"/>
          </a:scene3d>
        </p:spPr>
      </p:pic>
      <p:sp>
        <p:nvSpPr>
          <p:cNvPr id="2" name="Cache en bas">
            <a:extLst>
              <a:ext uri="{FF2B5EF4-FFF2-40B4-BE49-F238E27FC236}">
                <a16:creationId xmlns:a16="http://schemas.microsoft.com/office/drawing/2014/main" id="{309B0130-EA6D-87FC-3327-AB956DA349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90331" y="6611112"/>
            <a:ext cx="2027318" cy="161163"/>
          </a:xfrm>
          <a:prstGeom prst="rect">
            <a:avLst/>
          </a:prstGeom>
          <a:solidFill>
            <a:srgbClr val="D7CBB4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Bulle narrative">
            <a:extLst>
              <a:ext uri="{FF2B5EF4-FFF2-40B4-BE49-F238E27FC236}">
                <a16:creationId xmlns:a16="http://schemas.microsoft.com/office/drawing/2014/main" id="{3145CD8E-647F-5E77-9F14-6AD9D8E35C79}"/>
              </a:ext>
            </a:extLst>
          </p:cNvPr>
          <p:cNvSpPr/>
          <p:nvPr/>
        </p:nvSpPr>
        <p:spPr>
          <a:xfrm>
            <a:off x="5227591" y="3429000"/>
            <a:ext cx="3315854" cy="2419927"/>
          </a:xfrm>
          <a:prstGeom prst="wedgeEllipseCallout">
            <a:avLst>
              <a:gd name="adj1" fmla="val -111281"/>
              <a:gd name="adj2" fmla="val -510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La surdité professionnelle</a:t>
            </a:r>
          </a:p>
        </p:txBody>
      </p:sp>
    </p:spTree>
    <p:extLst>
      <p:ext uri="{BB962C8B-B14F-4D97-AF65-F5344CB8AC3E}">
        <p14:creationId xmlns:p14="http://schemas.microsoft.com/office/powerpoint/2010/main" val="9043282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DD293B-5799-0893-B579-681DB863E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Une image contenant véhicule, capture d’écran, Véhicule terrestre, Modèle réduit&#10;&#10;Le contenu généré par l’IA peut être incorrect.">
            <a:extLst>
              <a:ext uri="{FF2B5EF4-FFF2-40B4-BE49-F238E27FC236}">
                <a16:creationId xmlns:a16="http://schemas.microsoft.com/office/drawing/2014/main" id="{31676932-2AA3-E524-7E36-486E321812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331" y="0"/>
            <a:ext cx="9411337" cy="6858000"/>
          </a:xfrm>
          <a:prstGeom prst="rect">
            <a:avLst/>
          </a:prstGeom>
        </p:spPr>
      </p:pic>
      <p:pic>
        <p:nvPicPr>
          <p:cNvPr id="15" name="Symbole son" descr="Une image contenant triangle&#10;&#10;Le contenu généré par l’IA peut être incorrect.">
            <a:extLst>
              <a:ext uri="{FF2B5EF4-FFF2-40B4-BE49-F238E27FC236}">
                <a16:creationId xmlns:a16="http://schemas.microsoft.com/office/drawing/2014/main" id="{99F5E718-1025-3927-E129-27649120A78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373" y="4058055"/>
            <a:ext cx="532995" cy="532995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orthographicFront">
              <a:rot lat="281866" lon="20202824" rev="1204218"/>
            </a:camera>
            <a:lightRig rig="threePt" dir="t"/>
          </a:scene3d>
        </p:spPr>
      </p:pic>
      <p:sp>
        <p:nvSpPr>
          <p:cNvPr id="2" name="Cache en bas">
            <a:extLst>
              <a:ext uri="{FF2B5EF4-FFF2-40B4-BE49-F238E27FC236}">
                <a16:creationId xmlns:a16="http://schemas.microsoft.com/office/drawing/2014/main" id="{BA301C88-FFBF-17A1-63BA-28603473BC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90331" y="6611112"/>
            <a:ext cx="2027318" cy="161163"/>
          </a:xfrm>
          <a:prstGeom prst="rect">
            <a:avLst/>
          </a:prstGeom>
          <a:solidFill>
            <a:srgbClr val="D7CBB4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Bulle narrative">
            <a:extLst>
              <a:ext uri="{FF2B5EF4-FFF2-40B4-BE49-F238E27FC236}">
                <a16:creationId xmlns:a16="http://schemas.microsoft.com/office/drawing/2014/main" id="{9E26DAEF-B157-7AC3-2496-DD49A11FD8B7}"/>
              </a:ext>
            </a:extLst>
          </p:cNvPr>
          <p:cNvSpPr/>
          <p:nvPr/>
        </p:nvSpPr>
        <p:spPr>
          <a:xfrm>
            <a:off x="5227591" y="3429000"/>
            <a:ext cx="3315854" cy="2419927"/>
          </a:xfrm>
          <a:prstGeom prst="wedgeEllipseCallout">
            <a:avLst>
              <a:gd name="adj1" fmla="val -111281"/>
              <a:gd name="adj2" fmla="val -510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Mettre à disposition des protections individuelles (EPI)</a:t>
            </a:r>
          </a:p>
        </p:txBody>
      </p:sp>
      <p:sp>
        <p:nvSpPr>
          <p:cNvPr id="4" name="Game Home">
            <a:hlinkClick r:id="rId5" action="ppaction://hlinksldjump"/>
            <a:extLst>
              <a:ext uri="{FF2B5EF4-FFF2-40B4-BE49-F238E27FC236}">
                <a16:creationId xmlns:a16="http://schemas.microsoft.com/office/drawing/2014/main" id="{03E05743-3000-A8C0-23F9-D614A3CFB4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60465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562124-D8FB-6D5B-FDB9-C971E164D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Une image contenant véhicule, capture d’écran, Véhicule terrestre, Modèle réduit&#10;&#10;Le contenu généré par l’IA peut être incorrect.">
            <a:extLst>
              <a:ext uri="{FF2B5EF4-FFF2-40B4-BE49-F238E27FC236}">
                <a16:creationId xmlns:a16="http://schemas.microsoft.com/office/drawing/2014/main" id="{2A8F797B-920A-F28E-CCA5-6BFE9CA8318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331" y="0"/>
            <a:ext cx="9411337" cy="6858000"/>
          </a:xfrm>
          <a:prstGeom prst="rect">
            <a:avLst/>
          </a:prstGeom>
        </p:spPr>
      </p:pic>
      <p:pic>
        <p:nvPicPr>
          <p:cNvPr id="15" name="Symbole son" descr="Une image contenant triangle&#10;&#10;Le contenu généré par l’IA peut être incorrect.">
            <a:extLst>
              <a:ext uri="{FF2B5EF4-FFF2-40B4-BE49-F238E27FC236}">
                <a16:creationId xmlns:a16="http://schemas.microsoft.com/office/drawing/2014/main" id="{98375CE9-3221-125E-B9D5-CEC50AA05D9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373" y="4058055"/>
            <a:ext cx="532995" cy="532995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orthographicFront">
              <a:rot lat="281866" lon="20202824" rev="1204218"/>
            </a:camera>
            <a:lightRig rig="threePt" dir="t"/>
          </a:scene3d>
        </p:spPr>
      </p:pic>
      <p:sp>
        <p:nvSpPr>
          <p:cNvPr id="2" name="Cache en bas">
            <a:extLst>
              <a:ext uri="{FF2B5EF4-FFF2-40B4-BE49-F238E27FC236}">
                <a16:creationId xmlns:a16="http://schemas.microsoft.com/office/drawing/2014/main" id="{CD967221-37FD-DFE1-C55A-FB0CECCB9A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90331" y="6611112"/>
            <a:ext cx="2027318" cy="161163"/>
          </a:xfrm>
          <a:prstGeom prst="rect">
            <a:avLst/>
          </a:prstGeom>
          <a:solidFill>
            <a:srgbClr val="D7CBB4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Bulle narrative">
            <a:extLst>
              <a:ext uri="{FF2B5EF4-FFF2-40B4-BE49-F238E27FC236}">
                <a16:creationId xmlns:a16="http://schemas.microsoft.com/office/drawing/2014/main" id="{1615C17E-FC45-D1C4-381E-9216EA5F467B}"/>
              </a:ext>
            </a:extLst>
          </p:cNvPr>
          <p:cNvSpPr/>
          <p:nvPr/>
        </p:nvSpPr>
        <p:spPr>
          <a:xfrm>
            <a:off x="6862427" y="1378527"/>
            <a:ext cx="3315854" cy="2419927"/>
          </a:xfrm>
          <a:prstGeom prst="wedgeEllipseCallout">
            <a:avLst>
              <a:gd name="adj1" fmla="val -58356"/>
              <a:gd name="adj2" fmla="val 6359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La présence d'un piéton dans l'angle mort du chariot</a:t>
            </a:r>
          </a:p>
        </p:txBody>
      </p:sp>
    </p:spTree>
    <p:extLst>
      <p:ext uri="{BB962C8B-B14F-4D97-AF65-F5344CB8AC3E}">
        <p14:creationId xmlns:p14="http://schemas.microsoft.com/office/powerpoint/2010/main" val="3496335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9823D5-EDDA-82A1-ACCC-AB05CDD41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Une image contenant véhicule, capture d’écran, Véhicule terrestre, Modèle réduit&#10;&#10;Le contenu généré par l’IA peut être incorrect.">
            <a:extLst>
              <a:ext uri="{FF2B5EF4-FFF2-40B4-BE49-F238E27FC236}">
                <a16:creationId xmlns:a16="http://schemas.microsoft.com/office/drawing/2014/main" id="{EE725D7B-CC27-D713-1B16-3E7D78985F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331" y="0"/>
            <a:ext cx="9411337" cy="6858000"/>
          </a:xfrm>
          <a:prstGeom prst="rect">
            <a:avLst/>
          </a:prstGeom>
        </p:spPr>
      </p:pic>
      <p:pic>
        <p:nvPicPr>
          <p:cNvPr id="15" name="Symbole son" descr="Une image contenant triangle&#10;&#10;Le contenu généré par l’IA peut être incorrect.">
            <a:extLst>
              <a:ext uri="{FF2B5EF4-FFF2-40B4-BE49-F238E27FC236}">
                <a16:creationId xmlns:a16="http://schemas.microsoft.com/office/drawing/2014/main" id="{F34AFD83-F096-954C-B93D-352C2AA541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373" y="4058055"/>
            <a:ext cx="532995" cy="532995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orthographicFront">
              <a:rot lat="281866" lon="20202824" rev="1204218"/>
            </a:camera>
            <a:lightRig rig="threePt" dir="t"/>
          </a:scene3d>
        </p:spPr>
      </p:pic>
      <p:sp>
        <p:nvSpPr>
          <p:cNvPr id="2" name="Cache en bas">
            <a:extLst>
              <a:ext uri="{FF2B5EF4-FFF2-40B4-BE49-F238E27FC236}">
                <a16:creationId xmlns:a16="http://schemas.microsoft.com/office/drawing/2014/main" id="{777045D8-9D92-D9C8-F9E5-0EFCF8E01C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90331" y="6611112"/>
            <a:ext cx="2027318" cy="161163"/>
          </a:xfrm>
          <a:prstGeom prst="rect">
            <a:avLst/>
          </a:prstGeom>
          <a:solidFill>
            <a:srgbClr val="D7CBB4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Bulle narrative">
            <a:extLst>
              <a:ext uri="{FF2B5EF4-FFF2-40B4-BE49-F238E27FC236}">
                <a16:creationId xmlns:a16="http://schemas.microsoft.com/office/drawing/2014/main" id="{A7952A71-3DAA-BC30-0A5E-B13CE471281E}"/>
              </a:ext>
            </a:extLst>
          </p:cNvPr>
          <p:cNvSpPr/>
          <p:nvPr/>
        </p:nvSpPr>
        <p:spPr>
          <a:xfrm>
            <a:off x="6862427" y="1378527"/>
            <a:ext cx="3315854" cy="2419927"/>
          </a:xfrm>
          <a:prstGeom prst="wedgeEllipseCallout">
            <a:avLst>
              <a:gd name="adj1" fmla="val -58356"/>
              <a:gd name="adj2" fmla="val 6359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Le heurt ou l'écrasement du piéton</a:t>
            </a:r>
          </a:p>
        </p:txBody>
      </p:sp>
    </p:spTree>
    <p:extLst>
      <p:ext uri="{BB962C8B-B14F-4D97-AF65-F5344CB8AC3E}">
        <p14:creationId xmlns:p14="http://schemas.microsoft.com/office/powerpoint/2010/main" val="16502426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0DDFCF-B498-46C4-089A-9C8987D19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Une image contenant véhicule, capture d’écran, Véhicule terrestre, Modèle réduit&#10;&#10;Le contenu généré par l’IA peut être incorrect.">
            <a:extLst>
              <a:ext uri="{FF2B5EF4-FFF2-40B4-BE49-F238E27FC236}">
                <a16:creationId xmlns:a16="http://schemas.microsoft.com/office/drawing/2014/main" id="{E5B1B150-05CA-3569-E6E7-D0DDC768307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331" y="0"/>
            <a:ext cx="9411337" cy="6858000"/>
          </a:xfrm>
          <a:prstGeom prst="rect">
            <a:avLst/>
          </a:prstGeom>
        </p:spPr>
      </p:pic>
      <p:pic>
        <p:nvPicPr>
          <p:cNvPr id="15" name="Symbole son" descr="Une image contenant triangle&#10;&#10;Le contenu généré par l’IA peut être incorrect.">
            <a:extLst>
              <a:ext uri="{FF2B5EF4-FFF2-40B4-BE49-F238E27FC236}">
                <a16:creationId xmlns:a16="http://schemas.microsoft.com/office/drawing/2014/main" id="{3737B65E-9C76-13D0-5745-AAAB1BAD720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373" y="4058055"/>
            <a:ext cx="532995" cy="532995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orthographicFront">
              <a:rot lat="281866" lon="20202824" rev="1204218"/>
            </a:camera>
            <a:lightRig rig="threePt" dir="t"/>
          </a:scene3d>
        </p:spPr>
      </p:pic>
      <p:sp>
        <p:nvSpPr>
          <p:cNvPr id="2" name="Cache en bas">
            <a:extLst>
              <a:ext uri="{FF2B5EF4-FFF2-40B4-BE49-F238E27FC236}">
                <a16:creationId xmlns:a16="http://schemas.microsoft.com/office/drawing/2014/main" id="{282933BF-B654-5D60-2CB5-122B66BA1E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90331" y="6611112"/>
            <a:ext cx="2027318" cy="161163"/>
          </a:xfrm>
          <a:prstGeom prst="rect">
            <a:avLst/>
          </a:prstGeom>
          <a:solidFill>
            <a:srgbClr val="D7CBB4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Bulle narrative">
            <a:extLst>
              <a:ext uri="{FF2B5EF4-FFF2-40B4-BE49-F238E27FC236}">
                <a16:creationId xmlns:a16="http://schemas.microsoft.com/office/drawing/2014/main" id="{97E8EB1D-FC57-5AA3-03A8-B6C537EF8901}"/>
              </a:ext>
            </a:extLst>
          </p:cNvPr>
          <p:cNvSpPr/>
          <p:nvPr/>
        </p:nvSpPr>
        <p:spPr>
          <a:xfrm>
            <a:off x="6862427" y="1378527"/>
            <a:ext cx="3315854" cy="2419927"/>
          </a:xfrm>
          <a:prstGeom prst="wedgeEllipseCallout">
            <a:avLst>
              <a:gd name="adj1" fmla="val -58356"/>
              <a:gd name="adj2" fmla="val 6359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Equiper le chariot d'un avertisseur sonore de recul </a:t>
            </a:r>
          </a:p>
        </p:txBody>
      </p:sp>
      <p:sp>
        <p:nvSpPr>
          <p:cNvPr id="4" name="Game Home">
            <a:hlinkClick r:id="rId5" action="ppaction://hlinksldjump"/>
            <a:extLst>
              <a:ext uri="{FF2B5EF4-FFF2-40B4-BE49-F238E27FC236}">
                <a16:creationId xmlns:a16="http://schemas.microsoft.com/office/drawing/2014/main" id="{9F79269F-122C-43F1-AD1E-78BE1112B4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5019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73B802-1BAD-547C-3E46-937C3B55F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Une image contenant véhicule, capture d’écran, Véhicule terrestre, Modèle réduit&#10;&#10;Le contenu généré par l’IA peut être incorrect.">
            <a:extLst>
              <a:ext uri="{FF2B5EF4-FFF2-40B4-BE49-F238E27FC236}">
                <a16:creationId xmlns:a16="http://schemas.microsoft.com/office/drawing/2014/main" id="{4806CD39-24D6-EAA3-0A5A-17101B04B2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331" y="0"/>
            <a:ext cx="9411337" cy="6858000"/>
          </a:xfrm>
          <a:prstGeom prst="rect">
            <a:avLst/>
          </a:prstGeom>
        </p:spPr>
      </p:pic>
      <p:pic>
        <p:nvPicPr>
          <p:cNvPr id="15" name="Symbole son" descr="Une image contenant triangle&#10;&#10;Le contenu généré par l’IA peut être incorrect.">
            <a:extLst>
              <a:ext uri="{FF2B5EF4-FFF2-40B4-BE49-F238E27FC236}">
                <a16:creationId xmlns:a16="http://schemas.microsoft.com/office/drawing/2014/main" id="{D394DA3B-D1FB-54AE-CA39-C51A25B57CD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373" y="4058055"/>
            <a:ext cx="532995" cy="532995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orthographicFront">
              <a:rot lat="281866" lon="20202824" rev="1204218"/>
            </a:camera>
            <a:lightRig rig="threePt" dir="t"/>
          </a:scene3d>
        </p:spPr>
      </p:pic>
      <p:sp>
        <p:nvSpPr>
          <p:cNvPr id="2" name="Cache en bas">
            <a:extLst>
              <a:ext uri="{FF2B5EF4-FFF2-40B4-BE49-F238E27FC236}">
                <a16:creationId xmlns:a16="http://schemas.microsoft.com/office/drawing/2014/main" id="{29A2030D-035B-333E-F699-E9A56ACABE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90331" y="6611112"/>
            <a:ext cx="2027318" cy="161163"/>
          </a:xfrm>
          <a:prstGeom prst="rect">
            <a:avLst/>
          </a:prstGeom>
          <a:solidFill>
            <a:srgbClr val="D7CBB4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Bulle narrative">
            <a:extLst>
              <a:ext uri="{FF2B5EF4-FFF2-40B4-BE49-F238E27FC236}">
                <a16:creationId xmlns:a16="http://schemas.microsoft.com/office/drawing/2014/main" id="{C948E0B4-8612-3375-498C-EF95F6F94FF0}"/>
              </a:ext>
            </a:extLst>
          </p:cNvPr>
          <p:cNvSpPr/>
          <p:nvPr/>
        </p:nvSpPr>
        <p:spPr>
          <a:xfrm>
            <a:off x="5384609" y="1904625"/>
            <a:ext cx="3315854" cy="2419927"/>
          </a:xfrm>
          <a:prstGeom prst="wedgeEllipseCallout">
            <a:avLst>
              <a:gd name="adj1" fmla="val 4040"/>
              <a:gd name="adj2" fmla="val 7390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Le transport de matériaux en vrac dans une benne non bâchée</a:t>
            </a:r>
          </a:p>
        </p:txBody>
      </p:sp>
    </p:spTree>
    <p:extLst>
      <p:ext uri="{BB962C8B-B14F-4D97-AF65-F5344CB8AC3E}">
        <p14:creationId xmlns:p14="http://schemas.microsoft.com/office/powerpoint/2010/main" val="8040123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4534C3-B502-5C29-154F-3C542CD47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Une image contenant véhicule, capture d’écran, Véhicule terrestre, Modèle réduit&#10;&#10;Le contenu généré par l’IA peut être incorrect.">
            <a:extLst>
              <a:ext uri="{FF2B5EF4-FFF2-40B4-BE49-F238E27FC236}">
                <a16:creationId xmlns:a16="http://schemas.microsoft.com/office/drawing/2014/main" id="{5A933770-E7DD-9736-23F7-6B6AC3219A9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331" y="0"/>
            <a:ext cx="9411337" cy="6858000"/>
          </a:xfrm>
          <a:prstGeom prst="rect">
            <a:avLst/>
          </a:prstGeom>
        </p:spPr>
      </p:pic>
      <p:pic>
        <p:nvPicPr>
          <p:cNvPr id="15" name="Symbole son" descr="Une image contenant triangle&#10;&#10;Le contenu généré par l’IA peut être incorrect.">
            <a:extLst>
              <a:ext uri="{FF2B5EF4-FFF2-40B4-BE49-F238E27FC236}">
                <a16:creationId xmlns:a16="http://schemas.microsoft.com/office/drawing/2014/main" id="{83BA85F9-E90D-6F0B-B177-FDACF495CE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373" y="4058055"/>
            <a:ext cx="532995" cy="532995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orthographicFront">
              <a:rot lat="281866" lon="20202824" rev="1204218"/>
            </a:camera>
            <a:lightRig rig="threePt" dir="t"/>
          </a:scene3d>
        </p:spPr>
      </p:pic>
      <p:sp>
        <p:nvSpPr>
          <p:cNvPr id="2" name="Cache en bas">
            <a:extLst>
              <a:ext uri="{FF2B5EF4-FFF2-40B4-BE49-F238E27FC236}">
                <a16:creationId xmlns:a16="http://schemas.microsoft.com/office/drawing/2014/main" id="{980DC934-044A-7471-84F8-CFF656B1A9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90331" y="6611112"/>
            <a:ext cx="2027318" cy="161163"/>
          </a:xfrm>
          <a:prstGeom prst="rect">
            <a:avLst/>
          </a:prstGeom>
          <a:solidFill>
            <a:srgbClr val="D7CBB4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Bulle narrative">
            <a:extLst>
              <a:ext uri="{FF2B5EF4-FFF2-40B4-BE49-F238E27FC236}">
                <a16:creationId xmlns:a16="http://schemas.microsoft.com/office/drawing/2014/main" id="{FDCAAE01-720C-4C68-536D-8909BDE16A20}"/>
              </a:ext>
            </a:extLst>
          </p:cNvPr>
          <p:cNvSpPr/>
          <p:nvPr/>
        </p:nvSpPr>
        <p:spPr>
          <a:xfrm>
            <a:off x="5384609" y="1904625"/>
            <a:ext cx="3315854" cy="2419927"/>
          </a:xfrm>
          <a:prstGeom prst="wedgeEllipseCallout">
            <a:avLst>
              <a:gd name="adj1" fmla="val 4040"/>
              <a:gd name="adj2" fmla="val 7390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Le heurt par chute d'objets</a:t>
            </a:r>
          </a:p>
        </p:txBody>
      </p:sp>
    </p:spTree>
    <p:extLst>
      <p:ext uri="{BB962C8B-B14F-4D97-AF65-F5344CB8AC3E}">
        <p14:creationId xmlns:p14="http://schemas.microsoft.com/office/powerpoint/2010/main" val="4507609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171ED3-53EE-FD3C-AC1F-E36E66C6B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Une image contenant véhicule, capture d’écran, Véhicule terrestre, Modèle réduit&#10;&#10;Le contenu généré par l’IA peut être incorrect.">
            <a:extLst>
              <a:ext uri="{FF2B5EF4-FFF2-40B4-BE49-F238E27FC236}">
                <a16:creationId xmlns:a16="http://schemas.microsoft.com/office/drawing/2014/main" id="{AAD923DE-8268-729D-18FB-E627AB6424A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331" y="0"/>
            <a:ext cx="9411337" cy="6858000"/>
          </a:xfrm>
          <a:prstGeom prst="rect">
            <a:avLst/>
          </a:prstGeom>
        </p:spPr>
      </p:pic>
      <p:pic>
        <p:nvPicPr>
          <p:cNvPr id="15" name="Symbole son" descr="Une image contenant triangle&#10;&#10;Le contenu généré par l’IA peut être incorrect.">
            <a:extLst>
              <a:ext uri="{FF2B5EF4-FFF2-40B4-BE49-F238E27FC236}">
                <a16:creationId xmlns:a16="http://schemas.microsoft.com/office/drawing/2014/main" id="{EA5DDF49-289A-2F4A-DA0A-DEBB9478458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373" y="4058055"/>
            <a:ext cx="532995" cy="532995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orthographicFront">
              <a:rot lat="281866" lon="20202824" rev="1204218"/>
            </a:camera>
            <a:lightRig rig="threePt" dir="t"/>
          </a:scene3d>
        </p:spPr>
      </p:pic>
      <p:sp>
        <p:nvSpPr>
          <p:cNvPr id="2" name="Cache en bas">
            <a:extLst>
              <a:ext uri="{FF2B5EF4-FFF2-40B4-BE49-F238E27FC236}">
                <a16:creationId xmlns:a16="http://schemas.microsoft.com/office/drawing/2014/main" id="{6DD96180-B718-55C8-1308-22073E03EE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90331" y="6611112"/>
            <a:ext cx="2027318" cy="161163"/>
          </a:xfrm>
          <a:prstGeom prst="rect">
            <a:avLst/>
          </a:prstGeom>
          <a:solidFill>
            <a:srgbClr val="D7CBB4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Bulle narrative">
            <a:extLst>
              <a:ext uri="{FF2B5EF4-FFF2-40B4-BE49-F238E27FC236}">
                <a16:creationId xmlns:a16="http://schemas.microsoft.com/office/drawing/2014/main" id="{242992EE-7768-47B6-C561-CC0772466564}"/>
              </a:ext>
            </a:extLst>
          </p:cNvPr>
          <p:cNvSpPr/>
          <p:nvPr/>
        </p:nvSpPr>
        <p:spPr>
          <a:xfrm>
            <a:off x="5384609" y="1904625"/>
            <a:ext cx="3315854" cy="2419927"/>
          </a:xfrm>
          <a:prstGeom prst="wedgeEllipseCallout">
            <a:avLst>
              <a:gd name="adj1" fmla="val 4040"/>
              <a:gd name="adj2" fmla="val 7390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Rendre le bâchage de la benne obligatoire avant tout déplacement</a:t>
            </a:r>
          </a:p>
        </p:txBody>
      </p:sp>
      <p:sp>
        <p:nvSpPr>
          <p:cNvPr id="4" name="Game Home">
            <a:hlinkClick r:id="rId5" action="ppaction://hlinksldjump"/>
            <a:extLst>
              <a:ext uri="{FF2B5EF4-FFF2-40B4-BE49-F238E27FC236}">
                <a16:creationId xmlns:a16="http://schemas.microsoft.com/office/drawing/2014/main" id="{C5BA2B12-24C5-0DD7-348D-A27E53BECE1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95010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DD4893-FCF0-9D43-3C02-EA3796B02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Une image contenant véhicule, capture d’écran, Véhicule terrestre, Modèle réduit&#10;&#10;Le contenu généré par l’IA peut être incorrect.">
            <a:extLst>
              <a:ext uri="{FF2B5EF4-FFF2-40B4-BE49-F238E27FC236}">
                <a16:creationId xmlns:a16="http://schemas.microsoft.com/office/drawing/2014/main" id="{485218B8-DC73-AC8A-09AD-E20AA81652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331" y="0"/>
            <a:ext cx="9411337" cy="6858000"/>
          </a:xfrm>
          <a:prstGeom prst="rect">
            <a:avLst/>
          </a:prstGeom>
        </p:spPr>
      </p:pic>
      <p:pic>
        <p:nvPicPr>
          <p:cNvPr id="15" name="Symbole son" descr="Une image contenant triangle&#10;&#10;Le contenu généré par l’IA peut être incorrect.">
            <a:extLst>
              <a:ext uri="{FF2B5EF4-FFF2-40B4-BE49-F238E27FC236}">
                <a16:creationId xmlns:a16="http://schemas.microsoft.com/office/drawing/2014/main" id="{397E4E7B-0EA0-35CD-FD5C-CCACABC50CD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373" y="4058055"/>
            <a:ext cx="532995" cy="532995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orthographicFront">
              <a:rot lat="281866" lon="20202824" rev="1204218"/>
            </a:camera>
            <a:lightRig rig="threePt" dir="t"/>
          </a:scene3d>
        </p:spPr>
      </p:pic>
      <p:sp>
        <p:nvSpPr>
          <p:cNvPr id="2" name="Cache en bas">
            <a:extLst>
              <a:ext uri="{FF2B5EF4-FFF2-40B4-BE49-F238E27FC236}">
                <a16:creationId xmlns:a16="http://schemas.microsoft.com/office/drawing/2014/main" id="{5705A571-BC09-5D08-98FB-A7B51335A4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90331" y="6611112"/>
            <a:ext cx="2027318" cy="161163"/>
          </a:xfrm>
          <a:prstGeom prst="rect">
            <a:avLst/>
          </a:prstGeom>
          <a:solidFill>
            <a:srgbClr val="D7CBB4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Bulle narrative">
            <a:extLst>
              <a:ext uri="{FF2B5EF4-FFF2-40B4-BE49-F238E27FC236}">
                <a16:creationId xmlns:a16="http://schemas.microsoft.com/office/drawing/2014/main" id="{BFC27287-E7DF-9663-36DF-B0362410F845}"/>
              </a:ext>
            </a:extLst>
          </p:cNvPr>
          <p:cNvSpPr/>
          <p:nvPr/>
        </p:nvSpPr>
        <p:spPr>
          <a:xfrm>
            <a:off x="5227591" y="3547341"/>
            <a:ext cx="3315854" cy="2419927"/>
          </a:xfrm>
          <a:prstGeom prst="wedgeEllipseCallout">
            <a:avLst>
              <a:gd name="adj1" fmla="val 66714"/>
              <a:gd name="adj2" fmla="val -104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La suspension de particules fines dans l'air </a:t>
            </a:r>
          </a:p>
        </p:txBody>
      </p:sp>
    </p:spTree>
    <p:extLst>
      <p:ext uri="{BB962C8B-B14F-4D97-AF65-F5344CB8AC3E}">
        <p14:creationId xmlns:p14="http://schemas.microsoft.com/office/powerpoint/2010/main" val="1760844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FC7729-087C-848E-AB6D-A8A4D8DA3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Une image contenant véhicule, capture d’écran, Véhicule terrestre, Modèle réduit&#10;&#10;Le contenu généré par l’IA peut être incorrect.">
            <a:extLst>
              <a:ext uri="{FF2B5EF4-FFF2-40B4-BE49-F238E27FC236}">
                <a16:creationId xmlns:a16="http://schemas.microsoft.com/office/drawing/2014/main" id="{05B8BEA7-53C0-56D1-3223-F86FA1D2EE4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331" y="0"/>
            <a:ext cx="9411337" cy="6858000"/>
          </a:xfrm>
          <a:prstGeom prst="rect">
            <a:avLst/>
          </a:prstGeom>
        </p:spPr>
      </p:pic>
      <p:pic>
        <p:nvPicPr>
          <p:cNvPr id="15" name="Symbole son" descr="Une image contenant triangle&#10;&#10;Le contenu généré par l’IA peut être incorrect.">
            <a:extLst>
              <a:ext uri="{FF2B5EF4-FFF2-40B4-BE49-F238E27FC236}">
                <a16:creationId xmlns:a16="http://schemas.microsoft.com/office/drawing/2014/main" id="{3B8F929E-C8EC-BAEC-4FA9-998D25BC45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373" y="4058055"/>
            <a:ext cx="532995" cy="532995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orthographicFront">
              <a:rot lat="281866" lon="20202824" rev="1204218"/>
            </a:camera>
            <a:lightRig rig="threePt" dir="t"/>
          </a:scene3d>
        </p:spPr>
      </p:pic>
      <p:sp>
        <p:nvSpPr>
          <p:cNvPr id="2" name="Cache en bas">
            <a:extLst>
              <a:ext uri="{FF2B5EF4-FFF2-40B4-BE49-F238E27FC236}">
                <a16:creationId xmlns:a16="http://schemas.microsoft.com/office/drawing/2014/main" id="{00447DB6-100B-5D77-AA28-5F458B33A7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90331" y="6611112"/>
            <a:ext cx="2027318" cy="161163"/>
          </a:xfrm>
          <a:prstGeom prst="rect">
            <a:avLst/>
          </a:prstGeom>
          <a:solidFill>
            <a:srgbClr val="D7CBB4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Bulle narrative">
            <a:extLst>
              <a:ext uri="{FF2B5EF4-FFF2-40B4-BE49-F238E27FC236}">
                <a16:creationId xmlns:a16="http://schemas.microsoft.com/office/drawing/2014/main" id="{461A37B8-56DB-6E4F-E7C1-F45D7E0F55DB}"/>
              </a:ext>
            </a:extLst>
          </p:cNvPr>
          <p:cNvSpPr/>
          <p:nvPr/>
        </p:nvSpPr>
        <p:spPr>
          <a:xfrm>
            <a:off x="5227591" y="3547341"/>
            <a:ext cx="3315854" cy="2419927"/>
          </a:xfrm>
          <a:prstGeom prst="wedgeEllipseCallout">
            <a:avLst>
              <a:gd name="adj1" fmla="val 66714"/>
              <a:gd name="adj2" fmla="val -104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Les pathologies respiratoires</a:t>
            </a:r>
          </a:p>
        </p:txBody>
      </p:sp>
    </p:spTree>
    <p:extLst>
      <p:ext uri="{BB962C8B-B14F-4D97-AF65-F5344CB8AC3E}">
        <p14:creationId xmlns:p14="http://schemas.microsoft.com/office/powerpoint/2010/main" val="20923696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49C647-35CF-24B1-8119-EE4448787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Une image contenant véhicule, capture d’écran, Véhicule terrestre, Modèle réduit&#10;&#10;Le contenu généré par l’IA peut être incorrect.">
            <a:extLst>
              <a:ext uri="{FF2B5EF4-FFF2-40B4-BE49-F238E27FC236}">
                <a16:creationId xmlns:a16="http://schemas.microsoft.com/office/drawing/2014/main" id="{B8413BB4-F91D-5671-EE1D-B6F1FDA25CF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331" y="0"/>
            <a:ext cx="9411337" cy="6858000"/>
          </a:xfrm>
          <a:prstGeom prst="rect">
            <a:avLst/>
          </a:prstGeom>
        </p:spPr>
      </p:pic>
      <p:pic>
        <p:nvPicPr>
          <p:cNvPr id="15" name="Symbole son" descr="Une image contenant triangle&#10;&#10;Le contenu généré par l’IA peut être incorrect.">
            <a:extLst>
              <a:ext uri="{FF2B5EF4-FFF2-40B4-BE49-F238E27FC236}">
                <a16:creationId xmlns:a16="http://schemas.microsoft.com/office/drawing/2014/main" id="{5D36E425-9CD6-1A25-17AC-BE8CDFF407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373" y="4058055"/>
            <a:ext cx="532995" cy="532995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orthographicFront">
              <a:rot lat="281866" lon="20202824" rev="1204218"/>
            </a:camera>
            <a:lightRig rig="threePt" dir="t"/>
          </a:scene3d>
        </p:spPr>
      </p:pic>
      <p:sp>
        <p:nvSpPr>
          <p:cNvPr id="2" name="Cache en bas">
            <a:extLst>
              <a:ext uri="{FF2B5EF4-FFF2-40B4-BE49-F238E27FC236}">
                <a16:creationId xmlns:a16="http://schemas.microsoft.com/office/drawing/2014/main" id="{CCE2E261-B167-A3CB-8BDD-3457A7BB46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90331" y="6611112"/>
            <a:ext cx="2027318" cy="161163"/>
          </a:xfrm>
          <a:prstGeom prst="rect">
            <a:avLst/>
          </a:prstGeom>
          <a:solidFill>
            <a:srgbClr val="D7CBB4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Bulle narrative">
            <a:extLst>
              <a:ext uri="{FF2B5EF4-FFF2-40B4-BE49-F238E27FC236}">
                <a16:creationId xmlns:a16="http://schemas.microsoft.com/office/drawing/2014/main" id="{CC5EB02D-2D63-04FF-6C5A-3687BD3ED30A}"/>
              </a:ext>
            </a:extLst>
          </p:cNvPr>
          <p:cNvSpPr/>
          <p:nvPr/>
        </p:nvSpPr>
        <p:spPr>
          <a:xfrm>
            <a:off x="5227591" y="3547341"/>
            <a:ext cx="3315854" cy="2419927"/>
          </a:xfrm>
          <a:prstGeom prst="wedgeEllipseCallout">
            <a:avLst>
              <a:gd name="adj1" fmla="val 66714"/>
              <a:gd name="adj2" fmla="val -104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Imposer le port d'un masque FFP3 à toute personne à proximité</a:t>
            </a:r>
          </a:p>
        </p:txBody>
      </p:sp>
      <p:sp>
        <p:nvSpPr>
          <p:cNvPr id="4" name="Game Home">
            <a:hlinkClick r:id="rId5" action="ppaction://hlinksldjump"/>
            <a:extLst>
              <a:ext uri="{FF2B5EF4-FFF2-40B4-BE49-F238E27FC236}">
                <a16:creationId xmlns:a16="http://schemas.microsoft.com/office/drawing/2014/main" id="{192BB30B-7CE7-691E-6C26-F8EAFAC472D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64152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EE0C33-EAE8-B88D-601A-118284CCD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Une image contenant véhicule, capture d’écran, Véhicule terrestre, Modèle réduit&#10;&#10;Le contenu généré par l’IA peut être incorrect.">
            <a:extLst>
              <a:ext uri="{FF2B5EF4-FFF2-40B4-BE49-F238E27FC236}">
                <a16:creationId xmlns:a16="http://schemas.microsoft.com/office/drawing/2014/main" id="{00D97EA1-1008-FA70-CE4E-9DA94E29612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331" y="0"/>
            <a:ext cx="9411337" cy="6858000"/>
          </a:xfrm>
          <a:prstGeom prst="rect">
            <a:avLst/>
          </a:prstGeom>
        </p:spPr>
      </p:pic>
      <p:pic>
        <p:nvPicPr>
          <p:cNvPr id="15" name="Symbole son" descr="Une image contenant triangle&#10;&#10;Le contenu généré par l’IA peut être incorrect.">
            <a:extLst>
              <a:ext uri="{FF2B5EF4-FFF2-40B4-BE49-F238E27FC236}">
                <a16:creationId xmlns:a16="http://schemas.microsoft.com/office/drawing/2014/main" id="{A67C1623-660A-1BCB-C128-5238A4F0556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373" y="4058055"/>
            <a:ext cx="532995" cy="532995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orthographicFront">
              <a:rot lat="281866" lon="20202824" rev="1204218"/>
            </a:camera>
            <a:lightRig rig="threePt" dir="t"/>
          </a:scene3d>
        </p:spPr>
      </p:pic>
      <p:sp>
        <p:nvSpPr>
          <p:cNvPr id="2" name="Cache en bas">
            <a:extLst>
              <a:ext uri="{FF2B5EF4-FFF2-40B4-BE49-F238E27FC236}">
                <a16:creationId xmlns:a16="http://schemas.microsoft.com/office/drawing/2014/main" id="{104B820D-C661-A9EE-F3AB-D1936D370A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90331" y="6611112"/>
            <a:ext cx="2027318" cy="161163"/>
          </a:xfrm>
          <a:prstGeom prst="rect">
            <a:avLst/>
          </a:prstGeom>
          <a:solidFill>
            <a:srgbClr val="D7CBB4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Bulle narrative">
            <a:extLst>
              <a:ext uri="{FF2B5EF4-FFF2-40B4-BE49-F238E27FC236}">
                <a16:creationId xmlns:a16="http://schemas.microsoft.com/office/drawing/2014/main" id="{0C2CECEB-A006-302B-B670-76826273D74F}"/>
              </a:ext>
            </a:extLst>
          </p:cNvPr>
          <p:cNvSpPr/>
          <p:nvPr/>
        </p:nvSpPr>
        <p:spPr>
          <a:xfrm>
            <a:off x="5227591" y="3547341"/>
            <a:ext cx="3315854" cy="2419927"/>
          </a:xfrm>
          <a:prstGeom prst="wedgeEllipseCallout">
            <a:avLst>
              <a:gd name="adj1" fmla="val 69221"/>
              <a:gd name="adj2" fmla="val 4642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L'utilisation d'écouteurs ou d'un casque audio qui isole l'opérateur de son environnement sonore de travail.</a:t>
            </a:r>
          </a:p>
        </p:txBody>
      </p:sp>
    </p:spTree>
    <p:extLst>
      <p:ext uri="{BB962C8B-B14F-4D97-AF65-F5344CB8AC3E}">
        <p14:creationId xmlns:p14="http://schemas.microsoft.com/office/powerpoint/2010/main" val="28553117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C4A0CF-D465-AEE7-B0B1-F55FD3FDB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Une image contenant véhicule, capture d’écran, Véhicule terrestre, Modèle réduit&#10;&#10;Le contenu généré par l’IA peut être incorrect.">
            <a:extLst>
              <a:ext uri="{FF2B5EF4-FFF2-40B4-BE49-F238E27FC236}">
                <a16:creationId xmlns:a16="http://schemas.microsoft.com/office/drawing/2014/main" id="{7E13EFFC-2CE9-B2B5-3D90-F7810AB2FA8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331" y="0"/>
            <a:ext cx="9411337" cy="6858000"/>
          </a:xfrm>
          <a:prstGeom prst="rect">
            <a:avLst/>
          </a:prstGeom>
        </p:spPr>
      </p:pic>
      <p:pic>
        <p:nvPicPr>
          <p:cNvPr id="15" name="Symbole son" descr="Une image contenant triangle&#10;&#10;Le contenu généré par l’IA peut être incorrect.">
            <a:extLst>
              <a:ext uri="{FF2B5EF4-FFF2-40B4-BE49-F238E27FC236}">
                <a16:creationId xmlns:a16="http://schemas.microsoft.com/office/drawing/2014/main" id="{095B5DE3-2D6E-9123-AA72-C871895BF8E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373" y="4058055"/>
            <a:ext cx="532995" cy="532995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orthographicFront">
              <a:rot lat="281866" lon="20202824" rev="1204218"/>
            </a:camera>
            <a:lightRig rig="threePt" dir="t"/>
          </a:scene3d>
        </p:spPr>
      </p:pic>
      <p:sp>
        <p:nvSpPr>
          <p:cNvPr id="2" name="Cache en bas">
            <a:extLst>
              <a:ext uri="{FF2B5EF4-FFF2-40B4-BE49-F238E27FC236}">
                <a16:creationId xmlns:a16="http://schemas.microsoft.com/office/drawing/2014/main" id="{BE84F907-1B28-4E25-A29F-18882B9553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90331" y="6611112"/>
            <a:ext cx="2027318" cy="161163"/>
          </a:xfrm>
          <a:prstGeom prst="rect">
            <a:avLst/>
          </a:prstGeom>
          <a:solidFill>
            <a:srgbClr val="D7CBB4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Bulle narrative">
            <a:extLst>
              <a:ext uri="{FF2B5EF4-FFF2-40B4-BE49-F238E27FC236}">
                <a16:creationId xmlns:a16="http://schemas.microsoft.com/office/drawing/2014/main" id="{E05ED66E-66BA-6AC7-C980-2D7238D5B1B8}"/>
              </a:ext>
            </a:extLst>
          </p:cNvPr>
          <p:cNvSpPr/>
          <p:nvPr/>
        </p:nvSpPr>
        <p:spPr>
          <a:xfrm>
            <a:off x="5227591" y="3547341"/>
            <a:ext cx="3315854" cy="2419927"/>
          </a:xfrm>
          <a:prstGeom prst="wedgeEllipseCallout">
            <a:avLst>
              <a:gd name="adj1" fmla="val 69221"/>
              <a:gd name="adj2" fmla="val 4642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Le défaut de perception des signaux d'alerte</a:t>
            </a:r>
          </a:p>
        </p:txBody>
      </p:sp>
    </p:spTree>
    <p:extLst>
      <p:ext uri="{BB962C8B-B14F-4D97-AF65-F5344CB8AC3E}">
        <p14:creationId xmlns:p14="http://schemas.microsoft.com/office/powerpoint/2010/main" val="36346492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6584A9-9783-1F28-D3A3-4B55536C2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Une image contenant véhicule, capture d’écran, Véhicule terrestre, Modèle réduit&#10;&#10;Le contenu généré par l’IA peut être incorrect.">
            <a:extLst>
              <a:ext uri="{FF2B5EF4-FFF2-40B4-BE49-F238E27FC236}">
                <a16:creationId xmlns:a16="http://schemas.microsoft.com/office/drawing/2014/main" id="{23305023-26E9-72E1-D4B1-9A3901A2BC3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331" y="0"/>
            <a:ext cx="9411337" cy="6858000"/>
          </a:xfrm>
          <a:prstGeom prst="rect">
            <a:avLst/>
          </a:prstGeom>
        </p:spPr>
      </p:pic>
      <p:pic>
        <p:nvPicPr>
          <p:cNvPr id="15" name="Symbole son" descr="Une image contenant triangle&#10;&#10;Le contenu généré par l’IA peut être incorrect.">
            <a:extLst>
              <a:ext uri="{FF2B5EF4-FFF2-40B4-BE49-F238E27FC236}">
                <a16:creationId xmlns:a16="http://schemas.microsoft.com/office/drawing/2014/main" id="{4A580399-7891-568F-F80B-D4F28E21856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373" y="4058055"/>
            <a:ext cx="532995" cy="532995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orthographicFront">
              <a:rot lat="281866" lon="20202824" rev="1204218"/>
            </a:camera>
            <a:lightRig rig="threePt" dir="t"/>
          </a:scene3d>
        </p:spPr>
      </p:pic>
      <p:sp>
        <p:nvSpPr>
          <p:cNvPr id="2" name="Cache en bas">
            <a:extLst>
              <a:ext uri="{FF2B5EF4-FFF2-40B4-BE49-F238E27FC236}">
                <a16:creationId xmlns:a16="http://schemas.microsoft.com/office/drawing/2014/main" id="{558B5A20-F446-2588-C872-01A5485387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90331" y="6611112"/>
            <a:ext cx="2027318" cy="161163"/>
          </a:xfrm>
          <a:prstGeom prst="rect">
            <a:avLst/>
          </a:prstGeom>
          <a:solidFill>
            <a:srgbClr val="D7CBB4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Bulle narrative">
            <a:extLst>
              <a:ext uri="{FF2B5EF4-FFF2-40B4-BE49-F238E27FC236}">
                <a16:creationId xmlns:a16="http://schemas.microsoft.com/office/drawing/2014/main" id="{32A7F854-D69C-33AD-9848-581331D71B8B}"/>
              </a:ext>
            </a:extLst>
          </p:cNvPr>
          <p:cNvSpPr/>
          <p:nvPr/>
        </p:nvSpPr>
        <p:spPr>
          <a:xfrm>
            <a:off x="5227591" y="3547341"/>
            <a:ext cx="3315854" cy="2419927"/>
          </a:xfrm>
          <a:prstGeom prst="wedgeEllipseCallout">
            <a:avLst>
              <a:gd name="adj1" fmla="val 69221"/>
              <a:gd name="adj2" fmla="val 4642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Interdire strictement le port d'écouteurs individuels</a:t>
            </a:r>
          </a:p>
        </p:txBody>
      </p:sp>
      <p:sp>
        <p:nvSpPr>
          <p:cNvPr id="4" name="Game Home">
            <a:hlinkClick r:id="rId5" action="ppaction://hlinksldjump"/>
            <a:extLst>
              <a:ext uri="{FF2B5EF4-FFF2-40B4-BE49-F238E27FC236}">
                <a16:creationId xmlns:a16="http://schemas.microsoft.com/office/drawing/2014/main" id="{B48D3793-79C0-92C7-A891-D489F072053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92207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6" name="Rectangle 11275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C079AF5-37D5-8361-9E9F-832A5982F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/>
              <a:t>Pourquoi choisir le BUT HSE à La Ciotat ?</a:t>
            </a:r>
          </a:p>
        </p:txBody>
      </p:sp>
      <p:sp>
        <p:nvSpPr>
          <p:cNvPr id="11278" name="Rectangle 11277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280" name="Rectangle 11279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9C6022A-F1DC-9865-44F8-F641191283B6}"/>
              </a:ext>
            </a:extLst>
          </p:cNvPr>
          <p:cNvSpPr txBox="1"/>
          <p:nvPr/>
        </p:nvSpPr>
        <p:spPr>
          <a:xfrm>
            <a:off x="411479" y="2688336"/>
            <a:ext cx="4498848" cy="35844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1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Site délocalisé</a:t>
            </a:r>
            <a:r>
              <a:rPr kumimoji="0" lang="en-US" b="0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 : calme, moins de monde, idéal pour étudier.</a:t>
            </a:r>
          </a:p>
          <a:p>
            <a:pPr marL="28575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b="0" i="0" u="none" strike="noStrike" cap="none" spc="0" normalizeH="0" baseline="0" noProof="0">
              <a:ln>
                <a:noFill/>
              </a:ln>
              <a:effectLst/>
              <a:uLnTx/>
              <a:uFillTx/>
            </a:endParaRPr>
          </a:p>
          <a:p>
            <a:pPr marL="28575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1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Proximité du Vieux-Port</a:t>
            </a:r>
            <a:r>
              <a:rPr kumimoji="0" lang="en-US" b="0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 : cadre agréable et accessible</a:t>
            </a:r>
          </a:p>
          <a:p>
            <a:pPr marL="28575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b="0" i="0" u="none" strike="noStrike" cap="none" spc="0" normalizeH="0" baseline="0" noProof="0">
              <a:ln>
                <a:noFill/>
              </a:ln>
              <a:effectLst/>
              <a:uLnTx/>
              <a:uFillTx/>
            </a:endParaRPr>
          </a:p>
          <a:p>
            <a:pPr marL="28575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1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Possibilité</a:t>
            </a:r>
            <a:r>
              <a:rPr kumimoji="0" lang="en-US" b="0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en-US" b="1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d’alternance</a:t>
            </a:r>
            <a:r>
              <a:rPr kumimoji="0" lang="en-US" b="0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 : apprendre en entreprise tout en étudiant.</a:t>
            </a:r>
          </a:p>
          <a:p>
            <a:pPr marL="28575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b="0" i="0" u="none" strike="noStrike" cap="none" spc="0" normalizeH="0" baseline="0" noProof="0">
              <a:ln>
                <a:noFill/>
              </a:ln>
              <a:effectLst/>
              <a:uLnTx/>
              <a:uFillTx/>
            </a:endParaRPr>
          </a:p>
          <a:p>
            <a:pPr marL="28575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1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Encadrement</a:t>
            </a:r>
            <a:r>
              <a:rPr kumimoji="0" lang="en-US" b="0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 : des profs sympathiques et toujours disponibles.</a:t>
            </a:r>
          </a:p>
        </p:txBody>
      </p:sp>
      <p:pic>
        <p:nvPicPr>
          <p:cNvPr id="6" name="Image 5" descr="Une image contenant plein air, ciel, bâtiment, Bâtiment commercial&#10;&#10;Le contenu généré par l’IA peut être incorrect.">
            <a:extLst>
              <a:ext uri="{FF2B5EF4-FFF2-40B4-BE49-F238E27FC236}">
                <a16:creationId xmlns:a16="http://schemas.microsoft.com/office/drawing/2014/main" id="{214E7946-9B73-88E0-5057-0FF2AFD6C2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42" r="21006"/>
          <a:stretch>
            <a:fillRect/>
          </a:stretch>
        </p:blipFill>
        <p:spPr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495920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Les doigts d'honneur de Kim Jong-un - Par Alain Korkos | Arrêt sur images">
            <a:extLst>
              <a:ext uri="{FF2B5EF4-FFF2-40B4-BE49-F238E27FC236}">
                <a16:creationId xmlns:a16="http://schemas.microsoft.com/office/drawing/2014/main" id="{E1CA4913-CB41-CB9B-C44E-8B2089C97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36"/>
          <a:stretch>
            <a:fillRect/>
          </a:stretch>
        </p:blipFill>
        <p:spPr bwMode="auto">
          <a:xfrm>
            <a:off x="1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2E11651-FA79-9531-03DE-C86B42E2F2DC}"/>
              </a:ext>
            </a:extLst>
          </p:cNvPr>
          <p:cNvSpPr txBox="1"/>
          <p:nvPr/>
        </p:nvSpPr>
        <p:spPr>
          <a:xfrm>
            <a:off x="7531610" y="2434201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Si tu as bien ouvert et regardé la diapo jusqu’à la fin, écris exactement : </a:t>
            </a:r>
            <a:r>
              <a:rPr lang="fr-FR" sz="2000" dirty="0" err="1"/>
              <a:t>oK</a:t>
            </a:r>
            <a:r>
              <a:rPr lang="fr-FR" sz="2000" dirty="0"/>
              <a:t>!.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015772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6BBC219-735C-0F11-B2F4-5B2DAB5C0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fr-FR" sz="4000" dirty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8D9B80-F164-1A67-1057-8DD342648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FR" sz="2000" dirty="0"/>
              <a:t>Merci d'avoir participé, en espérant que cela vous a plu. N'hésitez pas à poser des questions si vous en avez.</a:t>
            </a:r>
          </a:p>
        </p:txBody>
      </p:sp>
      <p:sp>
        <p:nvSpPr>
          <p:cNvPr id="4" name="Bouton d’action : accueil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F5114A3D-C73B-253D-0175-959081A5D68D}"/>
              </a:ext>
            </a:extLst>
          </p:cNvPr>
          <p:cNvSpPr/>
          <p:nvPr/>
        </p:nvSpPr>
        <p:spPr>
          <a:xfrm>
            <a:off x="11652000" y="-23981"/>
            <a:ext cx="540000" cy="540000"/>
          </a:xfrm>
          <a:prstGeom prst="actionButtonHom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230881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466</Words>
  <Application>Microsoft Office PowerPoint</Application>
  <PresentationFormat>Grand écran</PresentationFormat>
  <Paragraphs>89</Paragraphs>
  <Slides>41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41</vt:i4>
      </vt:variant>
    </vt:vector>
  </HeadingPairs>
  <TitlesOfParts>
    <vt:vector size="46" baseType="lpstr">
      <vt:lpstr>Aptos</vt:lpstr>
      <vt:lpstr>Aptos Display</vt:lpstr>
      <vt:lpstr>Arial</vt:lpstr>
      <vt:lpstr>Calibri</vt:lpstr>
      <vt:lpstr>Thème Office</vt:lpstr>
      <vt:lpstr>LA PREVENTION DES RISQUES SUR UN CHANTIER</vt:lpstr>
      <vt:lpstr>Sommaire :</vt:lpstr>
      <vt:lpstr>Définition :</vt:lpstr>
      <vt:lpstr>JEU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Pourquoi choisir le BUT HSE à La Ciotat ?</vt:lpstr>
      <vt:lpstr>Présentation PowerPoint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BOSSUET Baptiste</dc:creator>
  <cp:lastModifiedBy>BOSSUET Baptiste</cp:lastModifiedBy>
  <cp:revision>16</cp:revision>
  <dcterms:created xsi:type="dcterms:W3CDTF">2026-01-15T08:52:28Z</dcterms:created>
  <dcterms:modified xsi:type="dcterms:W3CDTF">2026-01-22T17:33:03Z</dcterms:modified>
</cp:coreProperties>
</file>